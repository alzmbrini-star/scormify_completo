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62" r:id="rId3"/>
    <p:sldId id="263" r:id="rId4"/>
    <p:sldId id="261" r:id="rId5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7" d="100"/>
          <a:sy n="57" d="100"/>
        </p:scale>
        <p:origin x="1016" y="2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A8EBB52-3944-4C2B-AF1E-14F2480219AE}" type="doc">
      <dgm:prSet loTypeId="urn:microsoft.com/office/officeart/2005/8/layout/pyramid1" loCatId="pyramid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pt-BR"/>
        </a:p>
      </dgm:t>
    </dgm:pt>
    <dgm:pt modelId="{0D9FF0BB-54EB-4894-A5AF-C982AE0BBE4F}">
      <dgm:prSet phldrT="[Texto]" phldr="0"/>
      <dgm:spPr/>
      <dgm:t>
        <a:bodyPr/>
        <a:lstStyle/>
        <a:p>
          <a:r>
            <a:rPr lang="pt-BR" dirty="0"/>
            <a:t>1</a:t>
          </a:r>
        </a:p>
      </dgm:t>
    </dgm:pt>
    <dgm:pt modelId="{8565B3AC-F283-4ECD-AA47-FFBE691345FD}" type="parTrans" cxnId="{6FC39E10-7390-4D1F-ADAA-9ECF95C11ACC}">
      <dgm:prSet/>
      <dgm:spPr/>
      <dgm:t>
        <a:bodyPr/>
        <a:lstStyle/>
        <a:p>
          <a:endParaRPr lang="pt-BR"/>
        </a:p>
      </dgm:t>
    </dgm:pt>
    <dgm:pt modelId="{05CBEA65-AC8D-4B14-84B9-7746C01BFE6A}" type="sibTrans" cxnId="{6FC39E10-7390-4D1F-ADAA-9ECF95C11ACC}">
      <dgm:prSet/>
      <dgm:spPr/>
      <dgm:t>
        <a:bodyPr/>
        <a:lstStyle/>
        <a:p>
          <a:endParaRPr lang="pt-BR"/>
        </a:p>
      </dgm:t>
    </dgm:pt>
    <dgm:pt modelId="{A066710A-3524-41EB-AD19-3BF571B1D88D}">
      <dgm:prSet phldrT="[Texto]" phldr="0"/>
      <dgm:spPr/>
      <dgm:t>
        <a:bodyPr/>
        <a:lstStyle/>
        <a:p>
          <a:r>
            <a:rPr lang="pt-BR" dirty="0"/>
            <a:t>2</a:t>
          </a:r>
        </a:p>
      </dgm:t>
    </dgm:pt>
    <dgm:pt modelId="{B9D2CEB7-EE73-44D9-B9D6-7796860D949C}" type="parTrans" cxnId="{49607B39-26D3-44A6-8367-248AD74FC614}">
      <dgm:prSet/>
      <dgm:spPr/>
      <dgm:t>
        <a:bodyPr/>
        <a:lstStyle/>
        <a:p>
          <a:endParaRPr lang="pt-BR"/>
        </a:p>
      </dgm:t>
    </dgm:pt>
    <dgm:pt modelId="{9C160372-8CC5-4F0C-8670-74A89446277D}" type="sibTrans" cxnId="{49607B39-26D3-44A6-8367-248AD74FC614}">
      <dgm:prSet/>
      <dgm:spPr/>
      <dgm:t>
        <a:bodyPr/>
        <a:lstStyle/>
        <a:p>
          <a:endParaRPr lang="pt-BR"/>
        </a:p>
      </dgm:t>
    </dgm:pt>
    <dgm:pt modelId="{2A0DD917-BEEE-4437-8A20-437C5823907F}">
      <dgm:prSet phldrT="[Texto]" phldr="0"/>
      <dgm:spPr/>
      <dgm:t>
        <a:bodyPr/>
        <a:lstStyle/>
        <a:p>
          <a:r>
            <a:rPr lang="pt-BR" dirty="0"/>
            <a:t>3</a:t>
          </a:r>
        </a:p>
      </dgm:t>
    </dgm:pt>
    <dgm:pt modelId="{6301D259-8EE2-4FDF-9E59-F2DCA54E5378}" type="parTrans" cxnId="{6D8CB272-913A-4447-8FEA-47B5955BC81D}">
      <dgm:prSet/>
      <dgm:spPr/>
      <dgm:t>
        <a:bodyPr/>
        <a:lstStyle/>
        <a:p>
          <a:endParaRPr lang="pt-BR"/>
        </a:p>
      </dgm:t>
    </dgm:pt>
    <dgm:pt modelId="{10AB4B2A-FBB8-412C-9801-24F566A4E2DF}" type="sibTrans" cxnId="{6D8CB272-913A-4447-8FEA-47B5955BC81D}">
      <dgm:prSet/>
      <dgm:spPr/>
      <dgm:t>
        <a:bodyPr/>
        <a:lstStyle/>
        <a:p>
          <a:endParaRPr lang="pt-BR"/>
        </a:p>
      </dgm:t>
    </dgm:pt>
    <dgm:pt modelId="{A4A2DD26-A0EF-4E53-8503-B91E05D6E0C3}" type="pres">
      <dgm:prSet presAssocID="{EA8EBB52-3944-4C2B-AF1E-14F2480219AE}" presName="Name0" presStyleCnt="0">
        <dgm:presLayoutVars>
          <dgm:dir/>
          <dgm:animLvl val="lvl"/>
          <dgm:resizeHandles val="exact"/>
        </dgm:presLayoutVars>
      </dgm:prSet>
      <dgm:spPr/>
    </dgm:pt>
    <dgm:pt modelId="{9B02EABC-B99A-4837-8388-F1A8FFCC8A14}" type="pres">
      <dgm:prSet presAssocID="{0D9FF0BB-54EB-4894-A5AF-C982AE0BBE4F}" presName="Name8" presStyleCnt="0"/>
      <dgm:spPr/>
    </dgm:pt>
    <dgm:pt modelId="{D5A1D644-1FF1-4D22-A4D1-A613EEC1A06A}" type="pres">
      <dgm:prSet presAssocID="{0D9FF0BB-54EB-4894-A5AF-C982AE0BBE4F}" presName="level" presStyleLbl="node1" presStyleIdx="0" presStyleCnt="3">
        <dgm:presLayoutVars>
          <dgm:chMax val="1"/>
          <dgm:bulletEnabled val="1"/>
        </dgm:presLayoutVars>
      </dgm:prSet>
      <dgm:spPr/>
    </dgm:pt>
    <dgm:pt modelId="{0DD5C7CE-8C9C-441C-A006-C66E41218CC7}" type="pres">
      <dgm:prSet presAssocID="{0D9FF0BB-54EB-4894-A5AF-C982AE0BBE4F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B83523D5-566B-45BF-98DC-69CFC4B016D5}" type="pres">
      <dgm:prSet presAssocID="{A066710A-3524-41EB-AD19-3BF571B1D88D}" presName="Name8" presStyleCnt="0"/>
      <dgm:spPr/>
    </dgm:pt>
    <dgm:pt modelId="{D5036B46-E26B-4D5C-80F6-2B9246C4B7DC}" type="pres">
      <dgm:prSet presAssocID="{A066710A-3524-41EB-AD19-3BF571B1D88D}" presName="level" presStyleLbl="node1" presStyleIdx="1" presStyleCnt="3">
        <dgm:presLayoutVars>
          <dgm:chMax val="1"/>
          <dgm:bulletEnabled val="1"/>
        </dgm:presLayoutVars>
      </dgm:prSet>
      <dgm:spPr/>
    </dgm:pt>
    <dgm:pt modelId="{A0ACC513-C841-4E60-BE33-0269FF915B51}" type="pres">
      <dgm:prSet presAssocID="{A066710A-3524-41EB-AD19-3BF571B1D88D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1755B8C6-179B-402E-BB3D-FF082B1B346E}" type="pres">
      <dgm:prSet presAssocID="{2A0DD917-BEEE-4437-8A20-437C5823907F}" presName="Name8" presStyleCnt="0"/>
      <dgm:spPr/>
    </dgm:pt>
    <dgm:pt modelId="{1494918E-5E36-488E-8C23-77170510B19A}" type="pres">
      <dgm:prSet presAssocID="{2A0DD917-BEEE-4437-8A20-437C5823907F}" presName="level" presStyleLbl="node1" presStyleIdx="2" presStyleCnt="3">
        <dgm:presLayoutVars>
          <dgm:chMax val="1"/>
          <dgm:bulletEnabled val="1"/>
        </dgm:presLayoutVars>
      </dgm:prSet>
      <dgm:spPr/>
    </dgm:pt>
    <dgm:pt modelId="{C0B88C02-1EB0-4F70-97FA-57F865B46723}" type="pres">
      <dgm:prSet presAssocID="{2A0DD917-BEEE-4437-8A20-437C5823907F}" presName="levelTx" presStyleLbl="revTx" presStyleIdx="0" presStyleCnt="0">
        <dgm:presLayoutVars>
          <dgm:chMax val="1"/>
          <dgm:bulletEnabled val="1"/>
        </dgm:presLayoutVars>
      </dgm:prSet>
      <dgm:spPr/>
    </dgm:pt>
  </dgm:ptLst>
  <dgm:cxnLst>
    <dgm:cxn modelId="{6FC39E10-7390-4D1F-ADAA-9ECF95C11ACC}" srcId="{EA8EBB52-3944-4C2B-AF1E-14F2480219AE}" destId="{0D9FF0BB-54EB-4894-A5AF-C982AE0BBE4F}" srcOrd="0" destOrd="0" parTransId="{8565B3AC-F283-4ECD-AA47-FFBE691345FD}" sibTransId="{05CBEA65-AC8D-4B14-84B9-7746C01BFE6A}"/>
    <dgm:cxn modelId="{49607B39-26D3-44A6-8367-248AD74FC614}" srcId="{EA8EBB52-3944-4C2B-AF1E-14F2480219AE}" destId="{A066710A-3524-41EB-AD19-3BF571B1D88D}" srcOrd="1" destOrd="0" parTransId="{B9D2CEB7-EE73-44D9-B9D6-7796860D949C}" sibTransId="{9C160372-8CC5-4F0C-8670-74A89446277D}"/>
    <dgm:cxn modelId="{395B5E48-6A20-4932-91FA-820F86F5D1C7}" type="presOf" srcId="{EA8EBB52-3944-4C2B-AF1E-14F2480219AE}" destId="{A4A2DD26-A0EF-4E53-8503-B91E05D6E0C3}" srcOrd="0" destOrd="0" presId="urn:microsoft.com/office/officeart/2005/8/layout/pyramid1"/>
    <dgm:cxn modelId="{23044D70-53E9-4099-AE0B-822D739BF75E}" type="presOf" srcId="{A066710A-3524-41EB-AD19-3BF571B1D88D}" destId="{D5036B46-E26B-4D5C-80F6-2B9246C4B7DC}" srcOrd="0" destOrd="0" presId="urn:microsoft.com/office/officeart/2005/8/layout/pyramid1"/>
    <dgm:cxn modelId="{6D8CB272-913A-4447-8FEA-47B5955BC81D}" srcId="{EA8EBB52-3944-4C2B-AF1E-14F2480219AE}" destId="{2A0DD917-BEEE-4437-8A20-437C5823907F}" srcOrd="2" destOrd="0" parTransId="{6301D259-8EE2-4FDF-9E59-F2DCA54E5378}" sibTransId="{10AB4B2A-FBB8-412C-9801-24F566A4E2DF}"/>
    <dgm:cxn modelId="{EAD6B753-ED22-4076-819E-27A3EC7822D4}" type="presOf" srcId="{A066710A-3524-41EB-AD19-3BF571B1D88D}" destId="{A0ACC513-C841-4E60-BE33-0269FF915B51}" srcOrd="1" destOrd="0" presId="urn:microsoft.com/office/officeart/2005/8/layout/pyramid1"/>
    <dgm:cxn modelId="{97243091-DFC9-4EE8-A3A0-1128075BE357}" type="presOf" srcId="{2A0DD917-BEEE-4437-8A20-437C5823907F}" destId="{1494918E-5E36-488E-8C23-77170510B19A}" srcOrd="0" destOrd="0" presId="urn:microsoft.com/office/officeart/2005/8/layout/pyramid1"/>
    <dgm:cxn modelId="{962E2B9A-1873-4C86-955B-EF0DEBD1A231}" type="presOf" srcId="{0D9FF0BB-54EB-4894-A5AF-C982AE0BBE4F}" destId="{0DD5C7CE-8C9C-441C-A006-C66E41218CC7}" srcOrd="1" destOrd="0" presId="urn:microsoft.com/office/officeart/2005/8/layout/pyramid1"/>
    <dgm:cxn modelId="{521BF1A3-0BB9-4CBB-A755-9C7E192F39E4}" type="presOf" srcId="{2A0DD917-BEEE-4437-8A20-437C5823907F}" destId="{C0B88C02-1EB0-4F70-97FA-57F865B46723}" srcOrd="1" destOrd="0" presId="urn:microsoft.com/office/officeart/2005/8/layout/pyramid1"/>
    <dgm:cxn modelId="{245056D3-5B89-4EF4-85C4-FDF0B7F45728}" type="presOf" srcId="{0D9FF0BB-54EB-4894-A5AF-C982AE0BBE4F}" destId="{D5A1D644-1FF1-4D22-A4D1-A613EEC1A06A}" srcOrd="0" destOrd="0" presId="urn:microsoft.com/office/officeart/2005/8/layout/pyramid1"/>
    <dgm:cxn modelId="{A6985A4C-BFDD-4B4F-9569-9709BEA75515}" type="presParOf" srcId="{A4A2DD26-A0EF-4E53-8503-B91E05D6E0C3}" destId="{9B02EABC-B99A-4837-8388-F1A8FFCC8A14}" srcOrd="0" destOrd="0" presId="urn:microsoft.com/office/officeart/2005/8/layout/pyramid1"/>
    <dgm:cxn modelId="{E04DC257-08F5-4953-A1D5-C7749C535AB7}" type="presParOf" srcId="{9B02EABC-B99A-4837-8388-F1A8FFCC8A14}" destId="{D5A1D644-1FF1-4D22-A4D1-A613EEC1A06A}" srcOrd="0" destOrd="0" presId="urn:microsoft.com/office/officeart/2005/8/layout/pyramid1"/>
    <dgm:cxn modelId="{86E58481-2E14-4948-8AD9-27BD9234FB3D}" type="presParOf" srcId="{9B02EABC-B99A-4837-8388-F1A8FFCC8A14}" destId="{0DD5C7CE-8C9C-441C-A006-C66E41218CC7}" srcOrd="1" destOrd="0" presId="urn:microsoft.com/office/officeart/2005/8/layout/pyramid1"/>
    <dgm:cxn modelId="{07DA96A5-7E25-4E5B-AD6D-0E8148642236}" type="presParOf" srcId="{A4A2DD26-A0EF-4E53-8503-B91E05D6E0C3}" destId="{B83523D5-566B-45BF-98DC-69CFC4B016D5}" srcOrd="1" destOrd="0" presId="urn:microsoft.com/office/officeart/2005/8/layout/pyramid1"/>
    <dgm:cxn modelId="{B4095B76-5F64-4F7B-8DF6-3F428FEF13D4}" type="presParOf" srcId="{B83523D5-566B-45BF-98DC-69CFC4B016D5}" destId="{D5036B46-E26B-4D5C-80F6-2B9246C4B7DC}" srcOrd="0" destOrd="0" presId="urn:microsoft.com/office/officeart/2005/8/layout/pyramid1"/>
    <dgm:cxn modelId="{70F14661-EFE4-4A29-AFC9-68DF941775EF}" type="presParOf" srcId="{B83523D5-566B-45BF-98DC-69CFC4B016D5}" destId="{A0ACC513-C841-4E60-BE33-0269FF915B51}" srcOrd="1" destOrd="0" presId="urn:microsoft.com/office/officeart/2005/8/layout/pyramid1"/>
    <dgm:cxn modelId="{2068A2A9-589F-4DBD-AE74-0227975E4DAC}" type="presParOf" srcId="{A4A2DD26-A0EF-4E53-8503-B91E05D6E0C3}" destId="{1755B8C6-179B-402E-BB3D-FF082B1B346E}" srcOrd="2" destOrd="0" presId="urn:microsoft.com/office/officeart/2005/8/layout/pyramid1"/>
    <dgm:cxn modelId="{807C18DF-9EC2-428F-BAE8-12C5861D1F94}" type="presParOf" srcId="{1755B8C6-179B-402E-BB3D-FF082B1B346E}" destId="{1494918E-5E36-488E-8C23-77170510B19A}" srcOrd="0" destOrd="0" presId="urn:microsoft.com/office/officeart/2005/8/layout/pyramid1"/>
    <dgm:cxn modelId="{1EECC554-34F1-44DA-A8BC-13DEB105B46D}" type="presParOf" srcId="{1755B8C6-179B-402E-BB3D-FF082B1B346E}" destId="{C0B88C02-1EB0-4F70-97FA-57F865B46723}" srcOrd="1" destOrd="0" presId="urn:microsoft.com/office/officeart/2005/8/layout/pyramid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5A1D644-1FF1-4D22-A4D1-A613EEC1A06A}">
      <dsp:nvSpPr>
        <dsp:cNvPr id="0" name=""/>
        <dsp:cNvSpPr/>
      </dsp:nvSpPr>
      <dsp:spPr>
        <a:xfrm>
          <a:off x="1794520" y="0"/>
          <a:ext cx="1794520" cy="1100409"/>
        </a:xfrm>
        <a:prstGeom prst="trapezoid">
          <a:avLst>
            <a:gd name="adj" fmla="val 81539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2550" tIns="82550" rIns="82550" bIns="82550" numCol="1" spcCol="1270" anchor="ctr" anchorCtr="0">
          <a:noAutofit/>
        </a:bodyPr>
        <a:lstStyle/>
        <a:p>
          <a:pPr marL="0" lvl="0" indent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6500" kern="1200" dirty="0"/>
            <a:t>1</a:t>
          </a:r>
        </a:p>
      </dsp:txBody>
      <dsp:txXfrm>
        <a:off x="1794520" y="0"/>
        <a:ext cx="1794520" cy="1100409"/>
      </dsp:txXfrm>
    </dsp:sp>
    <dsp:sp modelId="{D5036B46-E26B-4D5C-80F6-2B9246C4B7DC}">
      <dsp:nvSpPr>
        <dsp:cNvPr id="0" name=""/>
        <dsp:cNvSpPr/>
      </dsp:nvSpPr>
      <dsp:spPr>
        <a:xfrm>
          <a:off x="897260" y="1100409"/>
          <a:ext cx="3589040" cy="1100409"/>
        </a:xfrm>
        <a:prstGeom prst="trapezoid">
          <a:avLst>
            <a:gd name="adj" fmla="val 81539"/>
          </a:avLst>
        </a:prstGeom>
        <a:solidFill>
          <a:schemeClr val="accent2">
            <a:hueOff val="3221807"/>
            <a:satOff val="-9246"/>
            <a:lumOff val="-14805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2550" tIns="82550" rIns="82550" bIns="82550" numCol="1" spcCol="1270" anchor="ctr" anchorCtr="0">
          <a:noAutofit/>
        </a:bodyPr>
        <a:lstStyle/>
        <a:p>
          <a:pPr marL="0" lvl="0" indent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6500" kern="1200" dirty="0"/>
            <a:t>2</a:t>
          </a:r>
        </a:p>
      </dsp:txBody>
      <dsp:txXfrm>
        <a:off x="1525342" y="1100409"/>
        <a:ext cx="2332876" cy="1100409"/>
      </dsp:txXfrm>
    </dsp:sp>
    <dsp:sp modelId="{1494918E-5E36-488E-8C23-77170510B19A}">
      <dsp:nvSpPr>
        <dsp:cNvPr id="0" name=""/>
        <dsp:cNvSpPr/>
      </dsp:nvSpPr>
      <dsp:spPr>
        <a:xfrm>
          <a:off x="0" y="2200818"/>
          <a:ext cx="5383561" cy="1100409"/>
        </a:xfrm>
        <a:prstGeom prst="trapezoid">
          <a:avLst>
            <a:gd name="adj" fmla="val 81539"/>
          </a:avLst>
        </a:prstGeom>
        <a:solidFill>
          <a:schemeClr val="accent2">
            <a:hueOff val="6443614"/>
            <a:satOff val="-18493"/>
            <a:lumOff val="-29609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2550" tIns="82550" rIns="82550" bIns="82550" numCol="1" spcCol="1270" anchor="ctr" anchorCtr="0">
          <a:noAutofit/>
        </a:bodyPr>
        <a:lstStyle/>
        <a:p>
          <a:pPr marL="0" lvl="0" indent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6500" kern="1200" dirty="0"/>
            <a:t>3</a:t>
          </a:r>
        </a:p>
      </dsp:txBody>
      <dsp:txXfrm>
        <a:off x="942123" y="2200818"/>
        <a:ext cx="3499314" cy="110040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yramid1">
  <dgm:title val=""/>
  <dgm:desc val=""/>
  <dgm:catLst>
    <dgm:cat type="pyramid" pri="1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pyra">
          <dgm:param type="linDir" val="fromB"/>
          <dgm:param type="txDir" val="fromT"/>
          <dgm:param type="pyraAcctPos" val="aft"/>
          <dgm:param type="pyraAcctTxMar" val="step"/>
          <dgm:param type="pyraAcctBkgdNode" val="acctBkgd"/>
          <dgm:param type="pyraAcctTxNode" val="acctTx"/>
          <dgm:param type="pyraLvlNode" val="level"/>
        </dgm:alg>
      </dgm:if>
      <dgm:else name="Name3">
        <dgm:alg type="pyra">
          <dgm:param type="linDir" val="fromB"/>
          <dgm:param type="txDir" val="fromT"/>
          <dgm:param type="pyraAcctPos" val="bef"/>
          <dgm:param type="pyraAcctTxMar" val="step"/>
          <dgm:param type="pyraAcctBkgdNode" val="acctBkgd"/>
          <dgm:param type="pyraAcctTxNode" val="acctTx"/>
          <dgm:param type="pyraLvlNode" val="level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root des" ptType="all node" func="maxDepth" op="gte" val="2">
        <dgm:constrLst>
          <dgm:constr type="primFontSz" for="des" forName="levelTx" op="equ"/>
          <dgm:constr type="secFontSz" for="des" forName="acctTx" op="equ"/>
          <dgm:constr type="pyraAcctRatio" val="0.32"/>
        </dgm:constrLst>
      </dgm:if>
      <dgm:else name="Name6">
        <dgm:constrLst>
          <dgm:constr type="primFontSz" for="des" forName="levelTx" op="equ"/>
          <dgm:constr type="secFontSz" for="des" forName="acctTx" op="equ"/>
          <dgm:constr type="pyraAcctRatio"/>
        </dgm:constrLst>
      </dgm:else>
    </dgm:choose>
    <dgm:ruleLst/>
    <dgm:forEach name="Name7" axis="ch" ptType="node">
      <dgm:layoutNode name="Name8">
        <dgm:alg type="composite">
          <dgm:param type="horzAlign" val="none"/>
        </dgm:alg>
        <dgm:shape xmlns:r="http://schemas.openxmlformats.org/officeDocument/2006/relationships" r:blip="">
          <dgm:adjLst/>
        </dgm:shape>
        <dgm:presOf/>
        <dgm:choose name="Name9">
          <dgm:if name="Name10" axis="self" ptType="node" func="pos" op="equ" val="1">
            <dgm:constrLst>
              <dgm:constr type="ctrX" for="ch" forName="acctBkgd" val="1"/>
              <dgm:constr type="ctrY" for="ch" forName="acctBkgd" val="1"/>
              <dgm:constr type="w" for="ch" forName="acctBkgd" val="1"/>
              <dgm:constr type="h" for="ch" forName="acctBkgd" val="1"/>
              <dgm:constr type="ctrX" for="ch" forName="acctTx" val="1"/>
              <dgm:constr type="ctrY" for="ch" forName="acctTx" val="1"/>
              <dgm:constr type="w" for="ch" forName="acctTx" val="1"/>
              <dgm:constr type="h" for="ch" forName="acctTx" val="1"/>
              <dgm:constr type="ctrX" for="ch" forName="level" val="1"/>
              <dgm:constr type="ctrY" for="ch" forName="level" val="1"/>
              <dgm:constr type="w" for="ch" forName="level" val="1"/>
              <dgm:constr type="h" for="ch" forName="level" val="1"/>
              <dgm:constr type="ctrX" for="ch" forName="levelTx" refType="ctrX" refFor="ch" refForName="level"/>
              <dgm:constr type="ctrY" for="ch" forName="levelTx" refType="ctrY" refFor="ch" refForName="level"/>
              <dgm:constr type="w" for="ch" forName="levelTx" refType="w" refFor="ch" refForName="level"/>
              <dgm:constr type="h" for="ch" forName="levelTx" refType="h" refFor="ch" refForName="level"/>
            </dgm:constrLst>
          </dgm:if>
          <dgm:else name="Name11">
            <dgm:constrLst>
              <dgm:constr type="ctrX" for="ch" forName="acctBkgd" val="1"/>
              <dgm:constr type="ctrY" for="ch" forName="acctBkgd" val="1"/>
              <dgm:constr type="w" for="ch" forName="acctBkgd" val="1"/>
              <dgm:constr type="h" for="ch" forName="acctBkgd" val="1"/>
              <dgm:constr type="ctrX" for="ch" forName="acctTx" val="1"/>
              <dgm:constr type="ctrY" for="ch" forName="acctTx" val="1"/>
              <dgm:constr type="w" for="ch" forName="acctTx" val="1"/>
              <dgm:constr type="h" for="ch" forName="acctTx" val="1"/>
              <dgm:constr type="ctrX" for="ch" forName="level" val="1"/>
              <dgm:constr type="ctrY" for="ch" forName="level" val="1"/>
              <dgm:constr type="w" for="ch" forName="level" val="1"/>
              <dgm:constr type="h" for="ch" forName="level" val="1"/>
              <dgm:constr type="ctrX" for="ch" forName="levelTx" refType="ctrX" refFor="ch" refForName="level"/>
              <dgm:constr type="ctrY" for="ch" forName="levelTx" refType="ctrY" refFor="ch" refForName="level"/>
              <dgm:constr type="w" for="ch" forName="levelTx" refType="w" refFor="ch" refForName="level" fact="0.65"/>
              <dgm:constr type="h" for="ch" forName="levelTx" refType="h" refFor="ch" refForName="level"/>
            </dgm:constrLst>
          </dgm:else>
        </dgm:choose>
        <dgm:ruleLst/>
        <dgm:choose name="Name12">
          <dgm:if name="Name13" axis="ch" ptType="node" func="cnt" op="gte" val="1">
            <dgm:layoutNode name="acctBkgd" styleLbl="alignAcc1">
              <dgm:alg type="sp"/>
              <dgm:shape xmlns:r="http://schemas.openxmlformats.org/officeDocument/2006/relationships" type="nonIsoscelesTrapezoid" r:blip="">
                <dgm:adjLst/>
              </dgm:shape>
              <dgm:presOf axis="des" ptType="node"/>
              <dgm:constrLst/>
              <dgm:ruleLst/>
            </dgm:layoutNode>
            <dgm:layoutNode name="acctTx" styleLbl="alignAcc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type="nonIsoscelesTrapezoid" r:blip="" hideGeom="1">
                <dgm:adjLst/>
              </dgm:shape>
              <dgm:presOf axis="des" ptType="node"/>
              <dgm:constrLst>
                <dgm:constr type="secFontSz" val="65"/>
                <dgm:constr type="primFontSz" refType="secFontSz"/>
                <dgm:constr type="tMarg" refType="secFontSz" fact="0.3"/>
                <dgm:constr type="bMarg" refType="secFontSz" fact="0.3"/>
                <dgm:constr type="lMarg" refType="secFontSz" fact="0.3"/>
                <dgm:constr type="rMarg" refType="secFontSz" fact="0.3"/>
              </dgm:constrLst>
              <dgm:ruleLst>
                <dgm:rule type="secFontSz" val="5" fact="NaN" max="NaN"/>
              </dgm:ruleLst>
            </dgm:layoutNode>
          </dgm:if>
          <dgm:else name="Name14"/>
        </dgm:choose>
        <dgm:layoutNode name="level">
          <dgm:varLst>
            <dgm:chMax val="1"/>
            <dgm:bulletEnabled val="1"/>
          </dgm:varLst>
          <dgm:alg type="sp"/>
          <dgm:shape xmlns:r="http://schemas.openxmlformats.org/officeDocument/2006/relationships" type="trapezoid" r:blip="">
            <dgm:adjLst/>
          </dgm:shape>
          <dgm:presOf axis="self"/>
          <dgm:constrLst>
            <dgm:constr type="h" val="500"/>
            <dgm:constr type="w" val="1"/>
          </dgm:constrLst>
          <dgm:ruleLst/>
        </dgm:layoutNode>
        <dgm:layoutNode name="levelTx" styleLbl="revTx">
          <dgm:varLst>
            <dgm:chMax val="1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E935D75-D84B-30FE-69B9-863803A1C4F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06EB769E-48CC-4D00-A31B-EEF8EB023E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6B5453E-6B0D-4B91-2943-6E608288F4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AF818E-EBE5-4E4F-B4F9-5C61617656B1}" type="datetimeFigureOut">
              <a:rPr lang="pt-BR" smtClean="0"/>
              <a:t>04/12/2025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7506954-1AC7-02A1-4C60-2A184B2932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0B50671-BF61-E5E1-F34F-62028AE138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6452E-AB38-413D-BE10-4B94B44C5E7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33951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E4ED621-CA8E-D2C8-AB27-EDAC5DE0C9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D980B1D-52EA-117D-729C-58600CA728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38CFD46-636A-CD2C-64F4-5EA0806C98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AF818E-EBE5-4E4F-B4F9-5C61617656B1}" type="datetimeFigureOut">
              <a:rPr lang="pt-BR" smtClean="0"/>
              <a:t>04/12/2025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0618B3C-AE0D-A145-F6B2-674573DC5C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7C09123-C1DD-80AE-71D5-7D5B9FA01B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6452E-AB38-413D-BE10-4B94B44C5E7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607898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50A3ECE-FE85-0EE5-A3A7-90A274BDBD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39E469AF-D4F5-7458-2607-737FA89B0B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CCCC858-9FDB-5839-0AAF-1B4E138AE3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AF818E-EBE5-4E4F-B4F9-5C61617656B1}" type="datetimeFigureOut">
              <a:rPr lang="pt-BR" smtClean="0"/>
              <a:t>04/12/2025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EE87BF0-7EFD-02F0-3F58-276CA0E772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1588A82-CEAC-676E-8241-2E38083B5B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6452E-AB38-413D-BE10-4B94B44C5E7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595155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4E25C20-80EA-5FA1-6453-4429F4E6A1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461E54A-5B14-3641-08A1-AE24E4CBADD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575E050B-CAC9-7250-039D-7D46FA06351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C8DE209D-6073-1155-FF6A-7EE847AC98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AF818E-EBE5-4E4F-B4F9-5C61617656B1}" type="datetimeFigureOut">
              <a:rPr lang="pt-BR" smtClean="0"/>
              <a:t>04/12/2025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A7F1D0B9-17CE-03F6-02A6-3E08B2AAEB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5FB3A1ED-55A9-F3E1-427D-1924E2EB97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6452E-AB38-413D-BE10-4B94B44C5E7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364866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FE3F68E-011A-2359-F112-4780E4F567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E61A6E70-0DDF-76D5-5A6D-D8E894859E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E1AD6AAF-1A4B-0CA1-B514-188EA346A43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20706385-95EF-CE4D-71CE-138EC608061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F3B9D0F5-D01C-AC24-81C7-721BF38C429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D5E4FC29-9077-361D-72A7-22F421960A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AF818E-EBE5-4E4F-B4F9-5C61617656B1}" type="datetimeFigureOut">
              <a:rPr lang="pt-BR" smtClean="0"/>
              <a:t>04/12/2025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41312997-D07E-1BDA-5D0F-84C90E2C7E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2C543CFE-09E6-03A4-F7FD-044A0CF458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6452E-AB38-413D-BE10-4B94B44C5E7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97488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61E28D4-7D25-3FC7-D2B8-ABF930147C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F750A554-B77F-E402-41A9-2C1B77D3C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AF818E-EBE5-4E4F-B4F9-5C61617656B1}" type="datetimeFigureOut">
              <a:rPr lang="pt-BR" smtClean="0"/>
              <a:t>04/12/2025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5CC6C879-9223-7406-4B96-A8DEFEF372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97B27F25-B86E-6993-F2F1-65B59A5B78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6452E-AB38-413D-BE10-4B94B44C5E7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539590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52A7B397-1A0E-9317-6B62-8D1C8F4CB0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AF818E-EBE5-4E4F-B4F9-5C61617656B1}" type="datetimeFigureOut">
              <a:rPr lang="pt-BR" smtClean="0"/>
              <a:t>04/12/2025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614E7816-FC6B-9CD6-4135-07C5626437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CE480EA4-5172-3B8E-F8EE-BE6F117BCF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6452E-AB38-413D-BE10-4B94B44C5E7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639591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80E1274-2876-C00B-C427-BB7B46E68D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092DF58-7F27-97B4-14E2-6F893F808E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539CDEFD-B93C-9DBA-6EA8-C143FA855D2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A4E755F2-13C1-A24C-3159-DC5A1AAA49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AF818E-EBE5-4E4F-B4F9-5C61617656B1}" type="datetimeFigureOut">
              <a:rPr lang="pt-BR" smtClean="0"/>
              <a:t>04/12/2025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6B823DF0-51DA-FFF5-141F-B260D52494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580ED6BE-0CDD-9085-CE1E-B5EE711F94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6452E-AB38-413D-BE10-4B94B44C5E7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228288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1166413-DF3E-2B96-BD42-0E5022608F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BA71F420-AE7A-F03C-E1DE-774163FD720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36464BBF-3ED7-1B61-608A-043A034273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BDE520C6-5DA5-C896-56FC-B5FEBEB668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AF818E-EBE5-4E4F-B4F9-5C61617656B1}" type="datetimeFigureOut">
              <a:rPr lang="pt-BR" smtClean="0"/>
              <a:t>04/12/2025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C8E35146-FC67-BB79-4B6E-8237190BF8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FFBF36FB-675F-DA50-0C44-16DB32E771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6452E-AB38-413D-BE10-4B94B44C5E7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0687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2A84E5A-42A9-2B28-9B5C-D1CE877F2E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3CE0D198-AAE3-B06C-7F20-AD245467794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90C5853-61F4-AFE6-492E-4117BB9E55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AF818E-EBE5-4E4F-B4F9-5C61617656B1}" type="datetimeFigureOut">
              <a:rPr lang="pt-BR" smtClean="0"/>
              <a:t>04/12/2025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AB4CBB8-A679-4FC0-43A6-00C82CBE6C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52E64DB-05D6-D568-1C5C-394540FDA0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6452E-AB38-413D-BE10-4B94B44C5E7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549260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EBBFC5AA-26E8-B3F6-7310-40D779E9568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AD859795-8380-6C17-2F05-E324DC5A59D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51FFB6F-41CB-18D4-5600-BDD040BC98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AF818E-EBE5-4E4F-B4F9-5C61617656B1}" type="datetimeFigureOut">
              <a:rPr lang="pt-BR" smtClean="0"/>
              <a:t>04/12/2025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E1147B8-9813-62F1-B1BE-6C9F038F56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80DFA03-F7B4-2C95-D047-9902C00BA8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6452E-AB38-413D-BE10-4B94B44C5E7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848760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384C97D9-38E9-8E63-5A88-2EC6A0E371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E5082D9D-EF5B-2384-A7BA-86066AC59C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587F748-1073-7E79-4BCB-BF41BBE0944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EAF818E-EBE5-4E4F-B4F9-5C61617656B1}" type="datetimeFigureOut">
              <a:rPr lang="pt-BR" smtClean="0"/>
              <a:t>04/12/2025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B24FDD9-17C0-D585-1762-3BC7AC55129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7AC89AC-631C-3851-DE46-5CB6D945E98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A06452E-AB38-413D-BE10-4B94B44C5E7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605074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Espaço Reservado para Conteúdo 4" descr="Mulher sentada em frente a computador&#10;&#10;O conteúdo gerado por IA pode estar incorreto.">
            <a:extLst>
              <a:ext uri="{FF2B5EF4-FFF2-40B4-BE49-F238E27FC236}">
                <a16:creationId xmlns:a16="http://schemas.microsoft.com/office/drawing/2014/main" id="{DBB625B0-BF0D-B3EB-0B4D-2201EF36A85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5730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37C89E4B-3C9F-44B9-8B86-D9E3D112D8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320142"/>
            <a:ext cx="12192000" cy="736551"/>
          </a:xfrm>
          <a:prstGeom prst="rect">
            <a:avLst/>
          </a:prstGeom>
          <a:solidFill>
            <a:schemeClr val="bg1">
              <a:alpha val="9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21EF8735-65F1-C396-2C96-F04BE9D447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3875" y="5317240"/>
            <a:ext cx="11210925" cy="744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6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Tela com </a:t>
            </a:r>
            <a:r>
              <a:rPr lang="en-US" sz="36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sugestão</a:t>
            </a:r>
            <a:r>
              <a:rPr lang="en-US" sz="36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de design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AA2EAA10-076F-46BD-8F0F-B9A2FB77A8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5241983"/>
            <a:ext cx="12192000" cy="0"/>
          </a:xfrm>
          <a:prstGeom prst="line">
            <a:avLst/>
          </a:prstGeom>
          <a:ln w="41275">
            <a:solidFill>
              <a:schemeClr val="bg1"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D891E407-403B-4764-86C9-33A56D3BCA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34852"/>
            <a:ext cx="12192000" cy="0"/>
          </a:xfrm>
          <a:prstGeom prst="line">
            <a:avLst/>
          </a:prstGeom>
          <a:ln w="41275">
            <a:solidFill>
              <a:schemeClr val="bg1"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664173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Imagem 10" descr="Imagem digital fictícia de personagem de desenho animado&#10;&#10;O conteúdo gerado por IA pode estar incorreto.">
            <a:extLst>
              <a:ext uri="{FF2B5EF4-FFF2-40B4-BE49-F238E27FC236}">
                <a16:creationId xmlns:a16="http://schemas.microsoft.com/office/drawing/2014/main" id="{7DF188EC-84A6-4859-B559-DA0496CEFEA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6858000" cy="6858000"/>
          </a:xfrm>
          <a:prstGeom prst="rect">
            <a:avLst/>
          </a:prstGeom>
        </p:spPr>
      </p:pic>
      <p:sp>
        <p:nvSpPr>
          <p:cNvPr id="13" name="CaixaDeTexto 12">
            <a:extLst>
              <a:ext uri="{FF2B5EF4-FFF2-40B4-BE49-F238E27FC236}">
                <a16:creationId xmlns:a16="http://schemas.microsoft.com/office/drawing/2014/main" id="{74CA69E3-6872-165D-9E72-188DDD708EB7}"/>
              </a:ext>
            </a:extLst>
          </p:cNvPr>
          <p:cNvSpPr txBox="1"/>
          <p:nvPr/>
        </p:nvSpPr>
        <p:spPr>
          <a:xfrm>
            <a:off x="6947208" y="490653"/>
            <a:ext cx="5129563" cy="57861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Where does it come from?</a:t>
            </a:r>
          </a:p>
          <a:p>
            <a:r>
              <a:rPr lang="en-US" sz="1600" dirty="0"/>
              <a:t>Contrary to popular belief, Lorem Ipsum is not simply random text. It has roots in a piece of classical Latin literature from 45 BC, making it over 2000 years old. Richard McClintock, a Latin professor at Hampden-Sydney College in Virginia, looked up one of the more obscure Latin words, </a:t>
            </a:r>
            <a:r>
              <a:rPr lang="en-US" sz="1600" dirty="0" err="1"/>
              <a:t>consectetur</a:t>
            </a:r>
            <a:r>
              <a:rPr lang="en-US" sz="1600" dirty="0"/>
              <a:t>, from a Lorem Ipsum passage, and going through the cites of the word in classical literature, discovered the undoubtable source. Lorem Ipsum comes from sections 1.10.32 and 1.10.33 of "de </a:t>
            </a:r>
            <a:r>
              <a:rPr lang="en-US" sz="1600" dirty="0" err="1"/>
              <a:t>Finibus</a:t>
            </a:r>
            <a:r>
              <a:rPr lang="en-US" sz="1600" dirty="0"/>
              <a:t> </a:t>
            </a:r>
            <a:r>
              <a:rPr lang="en-US" sz="1600" dirty="0" err="1"/>
              <a:t>Bonorum</a:t>
            </a:r>
            <a:r>
              <a:rPr lang="en-US" sz="1600" dirty="0"/>
              <a:t> et </a:t>
            </a:r>
            <a:r>
              <a:rPr lang="en-US" sz="1600" dirty="0" err="1"/>
              <a:t>Malorum</a:t>
            </a:r>
            <a:r>
              <a:rPr lang="en-US" sz="1600" dirty="0"/>
              <a:t>" (The Extremes of Good and Evil) by Cicero, written in 45 BC. This book is a treatise on the theory of ethics, very popular during the Renaissance. The first line of Lorem Ipsum, "Lorem ipsum dolor sit </a:t>
            </a:r>
            <a:r>
              <a:rPr lang="en-US" sz="1600" dirty="0" err="1"/>
              <a:t>amet</a:t>
            </a:r>
            <a:r>
              <a:rPr lang="en-US" sz="1600" dirty="0"/>
              <a:t>..", comes from a line in section 1.10.32.</a:t>
            </a:r>
          </a:p>
          <a:p>
            <a:r>
              <a:rPr lang="en-US" sz="1600" dirty="0"/>
              <a:t>The standard chunk of Lorem Ipsum used since the 1500s is reproduced below for those interested. Sections 1.10.32 and 1.10.33 from "de </a:t>
            </a:r>
            <a:r>
              <a:rPr lang="en-US" sz="1600" dirty="0" err="1"/>
              <a:t>Finibus</a:t>
            </a:r>
            <a:r>
              <a:rPr lang="en-US" sz="1600" dirty="0"/>
              <a:t> </a:t>
            </a:r>
            <a:r>
              <a:rPr lang="en-US" sz="1600" dirty="0" err="1"/>
              <a:t>Bonorum</a:t>
            </a:r>
            <a:r>
              <a:rPr lang="en-US" sz="1600" dirty="0"/>
              <a:t> et </a:t>
            </a:r>
            <a:r>
              <a:rPr lang="en-US" sz="1600" dirty="0" err="1"/>
              <a:t>Malorum</a:t>
            </a:r>
            <a:r>
              <a:rPr lang="en-US" sz="1600" dirty="0"/>
              <a:t>" by Cicero are also reproduced in their exact original form, accompanied by English versions from the 1914 translation by H. Rackham.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2198979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>
            <a:extLst>
              <a:ext uri="{FF2B5EF4-FFF2-40B4-BE49-F238E27FC236}">
                <a16:creationId xmlns:a16="http://schemas.microsoft.com/office/drawing/2014/main" id="{DEA3C02F-15CF-09BF-3E62-B2793E7EC842}"/>
              </a:ext>
            </a:extLst>
          </p:cNvPr>
          <p:cNvSpPr/>
          <p:nvPr/>
        </p:nvSpPr>
        <p:spPr>
          <a:xfrm>
            <a:off x="780585" y="892097"/>
            <a:ext cx="4594303" cy="4750419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850EE158-CD74-5180-39AB-E0C7397E3DE2}"/>
              </a:ext>
            </a:extLst>
          </p:cNvPr>
          <p:cNvSpPr/>
          <p:nvPr/>
        </p:nvSpPr>
        <p:spPr>
          <a:xfrm>
            <a:off x="6238432" y="1082779"/>
            <a:ext cx="4800096" cy="175432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pt-BR" sz="5400" b="1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Meu texto aqui</a:t>
            </a:r>
          </a:p>
          <a:p>
            <a:pPr algn="ctr"/>
            <a:r>
              <a:rPr lang="pt-BR" sz="54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Com Word </a:t>
            </a:r>
            <a:r>
              <a:rPr lang="pt-BR" sz="5400" b="1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Art</a:t>
            </a:r>
            <a:endParaRPr lang="pt-BR" sz="5400" b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/>
              </a:solidFill>
              <a:effectLst>
                <a:outerShdw blurRad="12700" dist="38100" dir="2700000" algn="tl" rotWithShape="0">
                  <a:schemeClr val="accent5">
                    <a:lumMod val="60000"/>
                    <a:lumOff val="40000"/>
                  </a:schemeClr>
                </a:outerShdw>
              </a:effectLst>
            </a:endParaRPr>
          </a:p>
        </p:txBody>
      </p:sp>
      <p:graphicFrame>
        <p:nvGraphicFramePr>
          <p:cNvPr id="3" name="Diagrama 2">
            <a:extLst>
              <a:ext uri="{FF2B5EF4-FFF2-40B4-BE49-F238E27FC236}">
                <a16:creationId xmlns:a16="http://schemas.microsoft.com/office/drawing/2014/main" id="{746C5814-0A5B-4946-1484-5A8A768FC3D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255014038"/>
              </p:ext>
            </p:extLst>
          </p:nvPr>
        </p:nvGraphicFramePr>
        <p:xfrm>
          <a:off x="5946699" y="2948617"/>
          <a:ext cx="5383561" cy="330122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0920841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7B197E9-817A-744B-69C9-96DF75D807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5" name="Espaço Reservado para Conteúdo 4" descr="Uma imagem contendo mesa, computador, comida, menina&#10;&#10;O conteúdo gerado por IA pode estar incorreto.">
            <a:extLst>
              <a:ext uri="{FF2B5EF4-FFF2-40B4-BE49-F238E27FC236}">
                <a16:creationId xmlns:a16="http://schemas.microsoft.com/office/drawing/2014/main" id="{4B346B97-6873-6284-FEB1-014AB490FBB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5032" y="128917"/>
            <a:ext cx="6662177" cy="6662177"/>
          </a:xfrm>
        </p:spPr>
      </p:pic>
      <p:pic>
        <p:nvPicPr>
          <p:cNvPr id="7" name="Imagem 6" descr="Vista de uma montanha com por do sol no fundo&#10;&#10;O conteúdo gerado por IA pode estar incorreto.">
            <a:extLst>
              <a:ext uri="{FF2B5EF4-FFF2-40B4-BE49-F238E27FC236}">
                <a16:creationId xmlns:a16="http://schemas.microsoft.com/office/drawing/2014/main" id="{88F81CB2-85A0-4A99-D364-99C667AF869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42571" y="128917"/>
            <a:ext cx="6764397" cy="6666485"/>
          </a:xfrm>
          <a:prstGeom prst="rect">
            <a:avLst/>
          </a:prstGeom>
        </p:spPr>
      </p:pic>
      <p:sp>
        <p:nvSpPr>
          <p:cNvPr id="8" name="CaixaDeTexto 7">
            <a:extLst>
              <a:ext uri="{FF2B5EF4-FFF2-40B4-BE49-F238E27FC236}">
                <a16:creationId xmlns:a16="http://schemas.microsoft.com/office/drawing/2014/main" id="{526DA8A9-9046-F2E4-940F-466F2BBB472F}"/>
              </a:ext>
            </a:extLst>
          </p:cNvPr>
          <p:cNvSpPr txBox="1"/>
          <p:nvPr/>
        </p:nvSpPr>
        <p:spPr>
          <a:xfrm>
            <a:off x="1403137" y="5405961"/>
            <a:ext cx="916270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4800" b="1" dirty="0">
                <a:solidFill>
                  <a:srgbClr val="FFFF00"/>
                </a:solidFill>
              </a:rPr>
              <a:t>Meu texto por cima das imagens</a:t>
            </a:r>
          </a:p>
        </p:txBody>
      </p:sp>
    </p:spTree>
    <p:extLst>
      <p:ext uri="{BB962C8B-B14F-4D97-AF65-F5344CB8AC3E}">
        <p14:creationId xmlns:p14="http://schemas.microsoft.com/office/powerpoint/2010/main" val="1403976996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124</TotalTime>
  <Words>231</Words>
  <Application>Microsoft Office PowerPoint</Application>
  <PresentationFormat>Widescreen</PresentationFormat>
  <Paragraphs>10</Paragraphs>
  <Slides>4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4</vt:i4>
      </vt:variant>
    </vt:vector>
  </HeadingPairs>
  <TitlesOfParts>
    <vt:vector size="8" baseType="lpstr">
      <vt:lpstr>Aptos</vt:lpstr>
      <vt:lpstr>Aptos Display</vt:lpstr>
      <vt:lpstr>Arial</vt:lpstr>
      <vt:lpstr>Tema do Office</vt:lpstr>
      <vt:lpstr>Tela com sugestão de design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Andre Luiz Zambrini</dc:creator>
  <cp:lastModifiedBy>Andre Luiz Zambrini</cp:lastModifiedBy>
  <cp:revision>26</cp:revision>
  <dcterms:created xsi:type="dcterms:W3CDTF">2025-12-04T17:59:20Z</dcterms:created>
  <dcterms:modified xsi:type="dcterms:W3CDTF">2025-12-04T20:09:14Z</dcterms:modified>
</cp:coreProperties>
</file>
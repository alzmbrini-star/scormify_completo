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23"/>
  </p:notesMasterIdLst>
  <p:sldIdLst>
    <p:sldId id="268" r:id="rId5"/>
    <p:sldId id="4945" r:id="rId6"/>
    <p:sldId id="5051" r:id="rId7"/>
    <p:sldId id="5254" r:id="rId8"/>
    <p:sldId id="5053" r:id="rId9"/>
    <p:sldId id="5055" r:id="rId10"/>
    <p:sldId id="5056" r:id="rId11"/>
    <p:sldId id="5253" r:id="rId12"/>
    <p:sldId id="5246" r:id="rId13"/>
    <p:sldId id="5247" r:id="rId14"/>
    <p:sldId id="5248" r:id="rId15"/>
    <p:sldId id="5249" r:id="rId16"/>
    <p:sldId id="5256" r:id="rId17"/>
    <p:sldId id="5251" r:id="rId18"/>
    <p:sldId id="5252" r:id="rId19"/>
    <p:sldId id="5255" r:id="rId20"/>
    <p:sldId id="326" r:id="rId21"/>
    <p:sldId id="4962" r:id="rId22"/>
  </p:sldIdLst>
  <p:sldSz cx="24384000" cy="13716000"/>
  <p:notesSz cx="6858000" cy="9144000"/>
  <p:defaultTextStyle>
    <a:lvl1pPr algn="ctr" defTabSz="584200">
      <a:defRPr sz="5000">
        <a:latin typeface="+mn-lt"/>
        <a:ea typeface="+mn-ea"/>
        <a:cs typeface="+mn-cs"/>
        <a:sym typeface="Helvetica Light"/>
      </a:defRPr>
    </a:lvl1pPr>
    <a:lvl2pPr indent="228600" algn="ctr" defTabSz="584200">
      <a:defRPr sz="5000">
        <a:latin typeface="+mn-lt"/>
        <a:ea typeface="+mn-ea"/>
        <a:cs typeface="+mn-cs"/>
        <a:sym typeface="Helvetica Light"/>
      </a:defRPr>
    </a:lvl2pPr>
    <a:lvl3pPr indent="457200" algn="ctr" defTabSz="584200">
      <a:defRPr sz="5000">
        <a:latin typeface="+mn-lt"/>
        <a:ea typeface="+mn-ea"/>
        <a:cs typeface="+mn-cs"/>
        <a:sym typeface="Helvetica Light"/>
      </a:defRPr>
    </a:lvl3pPr>
    <a:lvl4pPr indent="685800" algn="ctr" defTabSz="584200">
      <a:defRPr sz="5000">
        <a:latin typeface="+mn-lt"/>
        <a:ea typeface="+mn-ea"/>
        <a:cs typeface="+mn-cs"/>
        <a:sym typeface="Helvetica Light"/>
      </a:defRPr>
    </a:lvl4pPr>
    <a:lvl5pPr indent="914400" algn="ctr" defTabSz="584200">
      <a:defRPr sz="5000">
        <a:latin typeface="+mn-lt"/>
        <a:ea typeface="+mn-ea"/>
        <a:cs typeface="+mn-cs"/>
        <a:sym typeface="Helvetica Light"/>
      </a:defRPr>
    </a:lvl5pPr>
    <a:lvl6pPr indent="1143000" algn="ctr" defTabSz="584200">
      <a:defRPr sz="5000">
        <a:latin typeface="+mn-lt"/>
        <a:ea typeface="+mn-ea"/>
        <a:cs typeface="+mn-cs"/>
        <a:sym typeface="Helvetica Light"/>
      </a:defRPr>
    </a:lvl6pPr>
    <a:lvl7pPr indent="1371600" algn="ctr" defTabSz="584200">
      <a:defRPr sz="5000">
        <a:latin typeface="+mn-lt"/>
        <a:ea typeface="+mn-ea"/>
        <a:cs typeface="+mn-cs"/>
        <a:sym typeface="Helvetica Light"/>
      </a:defRPr>
    </a:lvl7pPr>
    <a:lvl8pPr indent="1600200" algn="ctr" defTabSz="584200">
      <a:defRPr sz="5000">
        <a:latin typeface="+mn-lt"/>
        <a:ea typeface="+mn-ea"/>
        <a:cs typeface="+mn-cs"/>
        <a:sym typeface="Helvetica Light"/>
      </a:defRPr>
    </a:lvl8pPr>
    <a:lvl9pPr indent="1828800" algn="ctr" defTabSz="584200">
      <a:defRPr sz="5000">
        <a:latin typeface="+mn-lt"/>
        <a:ea typeface="+mn-ea"/>
        <a:cs typeface="+mn-cs"/>
        <a:sym typeface="Helvetica Light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B2004"/>
    <a:srgbClr val="821801"/>
    <a:srgbClr val="701502"/>
    <a:srgbClr val="FF9900"/>
    <a:srgbClr val="F48120"/>
    <a:srgbClr val="F8F2D3"/>
    <a:srgbClr val="DCBD23"/>
    <a:srgbClr val="0365C0"/>
    <a:srgbClr val="FDCDC4"/>
    <a:srgbClr val="B4FF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97D2CAC-AA31-BB51-5405-563B982C30B1}" v="84" dt="2023-02-22T13:51:37.297"/>
    <p1510:client id="{74681805-8F60-6B68-7C07-D522E7DD12B3}" v="8" dt="2023-02-22T14:28:50.938"/>
    <p1510:client id="{A9940F1A-9B6B-2E5C-B88D-3D715D5F055B}" v="48" dt="2023-02-22T14:24:24.163"/>
    <p1510:client id="{FFFE8E8E-2819-1249-84C3-B95F59EE672D}" v="162" dt="2023-02-22T14:47:35.091"/>
  </p1510:revLst>
</p1510:revInfo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wholeTbl>
    <a:band2H>
      <a:tcTxStyle/>
      <a:tcStyle>
        <a:tcBdr/>
        <a:fill>
          <a:solidFill>
            <a:srgbClr val="E3E5E8"/>
          </a:solidFill>
        </a:fill>
      </a:tcStyle>
    </a:band2H>
    <a:firstCol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398CCE"/>
          </a:solidFill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solidFill>
                <a:srgbClr val="3797C6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0365C0"/>
          </a:solidFill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B8B8B8"/>
              </a:solidFill>
              <a:prstDash val="solid"/>
              <a:miter lim="400000"/>
            </a:ln>
          </a:left>
          <a:right>
            <a:ln w="12700" cap="flat">
              <a:solidFill>
                <a:srgbClr val="B8B8B8"/>
              </a:solidFill>
              <a:prstDash val="solid"/>
              <a:miter lim="400000"/>
            </a:ln>
          </a:right>
          <a:top>
            <a:ln w="12700" cap="flat">
              <a:solidFill>
                <a:srgbClr val="B8B8B8"/>
              </a:solidFill>
              <a:prstDash val="solid"/>
              <a:miter lim="400000"/>
            </a:ln>
          </a:top>
          <a:bottom>
            <a:ln w="12700" cap="flat">
              <a:solidFill>
                <a:srgbClr val="B8B8B8"/>
              </a:solidFill>
              <a:prstDash val="solid"/>
              <a:miter lim="400000"/>
            </a:ln>
          </a:bottom>
          <a:insideH>
            <a:ln w="12700" cap="flat">
              <a:solidFill>
                <a:srgbClr val="B8B8B8"/>
              </a:solidFill>
              <a:prstDash val="solid"/>
              <a:miter lim="400000"/>
            </a:ln>
          </a:insideH>
          <a:insideV>
            <a:ln w="12700" cap="flat">
              <a:solidFill>
                <a:srgbClr val="B8B8B8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wholeTbl>
    <a:band2H>
      <a:tcTxStyle/>
      <a:tcStyle>
        <a:tcBdr/>
        <a:fill>
          <a:solidFill>
            <a:srgbClr val="E1E0DA"/>
          </a:solidFill>
        </a:fill>
      </a:tcStyle>
    </a:band2H>
    <a:firstCol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606060"/>
              </a:solidFill>
              <a:prstDash val="solid"/>
              <a:miter lim="400000"/>
            </a:ln>
          </a:left>
          <a:right>
            <a:ln w="12700" cap="flat">
              <a:solidFill>
                <a:srgbClr val="606060"/>
              </a:solidFill>
              <a:prstDash val="solid"/>
              <a:miter lim="400000"/>
            </a:ln>
          </a:right>
          <a:top>
            <a:ln w="127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606060"/>
              </a:solidFill>
              <a:prstDash val="solid"/>
              <a:miter lim="400000"/>
            </a:ln>
          </a:insideH>
          <a:insideV>
            <a:ln w="12700" cap="flat">
              <a:solidFill>
                <a:srgbClr val="606060"/>
              </a:solidFill>
              <a:prstDash val="solid"/>
              <a:miter lim="400000"/>
            </a:ln>
          </a:insideV>
        </a:tcBdr>
        <a:fill>
          <a:solidFill>
            <a:srgbClr val="5AC831"/>
          </a:solidFill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B8B8B8"/>
              </a:solidFill>
              <a:prstDash val="solid"/>
              <a:miter lim="400000"/>
            </a:ln>
          </a:left>
          <a:right>
            <a:ln w="12700" cap="flat">
              <a:solidFill>
                <a:srgbClr val="B8B8B8"/>
              </a:solidFill>
              <a:prstDash val="solid"/>
              <a:miter lim="400000"/>
            </a:ln>
          </a:right>
          <a:top>
            <a:ln w="254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B8B8B8"/>
              </a:solidFill>
              <a:prstDash val="solid"/>
              <a:miter lim="400000"/>
            </a:ln>
          </a:insideH>
          <a:insideV>
            <a:ln w="12700" cap="flat">
              <a:solidFill>
                <a:srgbClr val="B8B8B8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lastRow>
    <a:fir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606060"/>
              </a:solidFill>
              <a:prstDash val="solid"/>
              <a:miter lim="400000"/>
            </a:ln>
          </a:left>
          <a:right>
            <a:ln w="12700" cap="flat">
              <a:solidFill>
                <a:srgbClr val="606060"/>
              </a:solidFill>
              <a:prstDash val="solid"/>
              <a:miter lim="400000"/>
            </a:ln>
          </a:right>
          <a:top>
            <a:ln w="127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606060"/>
              </a:solidFill>
              <a:prstDash val="solid"/>
              <a:miter lim="400000"/>
            </a:ln>
          </a:insideH>
          <a:insideV>
            <a:ln w="12700" cap="flat">
              <a:solidFill>
                <a:srgbClr val="606060"/>
              </a:solidFill>
              <a:prstDash val="solid"/>
              <a:miter lim="400000"/>
            </a:ln>
          </a:insideV>
        </a:tcBdr>
        <a:fill>
          <a:solidFill>
            <a:srgbClr val="00882B"/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insideV>
        </a:tcBdr>
        <a:fill>
          <a:solidFill>
            <a:srgbClr val="E6E3D7"/>
          </a:solidFill>
        </a:fill>
      </a:tcStyle>
    </a:wholeTbl>
    <a:band2H>
      <a:tcTxStyle/>
      <a:tcStyle>
        <a:tcBdr/>
        <a:fill>
          <a:solidFill>
            <a:srgbClr val="C3C2C2"/>
          </a:solidFill>
        </a:fill>
      </a:tcStyle>
    </a:band2H>
    <a:firstCol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909C99"/>
          </a:solidFill>
        </a:fill>
      </a:tcStyle>
    </a:firstCol>
    <a:la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97764E"/>
          </a:solidFill>
        </a:fill>
      </a:tcStyle>
    </a:lastRow>
    <a:fir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97764E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wholeTbl>
    <a:band2H>
      <a:tcTxStyle/>
      <a:tcStyle>
        <a:tcBdr/>
        <a:fill>
          <a:solidFill>
            <a:srgbClr val="DCE5E6"/>
          </a:solidFill>
        </a:fill>
      </a:tcStyle>
    </a:band2H>
    <a:firstCol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5E7790"/>
          </a:solidFill>
        </a:fill>
      </a:tcStyle>
    </a:firstCol>
    <a:la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5E7790"/>
          </a:solidFill>
        </a:fill>
      </a:tcStyle>
    </a:lastRow>
    <a:fir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5E7790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D0D1D2"/>
          </a:solidFill>
        </a:fill>
      </a:tcStyle>
    </a:wholeTbl>
    <a:band2H>
      <a:tcTxStyle/>
      <a:tcStyle>
        <a:tcBdr/>
        <a:fill>
          <a:solidFill>
            <a:srgbClr val="DEDEDF"/>
          </a:solidFill>
        </a:fill>
      </a:tcStyle>
    </a:band2H>
    <a:firstCol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535761"/>
          </a:solidFill>
        </a:fill>
      </a:tcStyle>
    </a:firstCol>
    <a:la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909398"/>
          </a:solidFill>
        </a:fill>
      </a:tcStyle>
    </a:lastRow>
    <a:fir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767C85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DEEEE"/>
          </a:solidFill>
        </a:fill>
      </a:tcStyle>
    </a:band2H>
    <a:firstCol>
      <a:tcTxStyle b="on" i="off">
        <a:font>
          <a:latin typeface="Helvetica"/>
          <a:ea typeface="Helvetica"/>
          <a:cs typeface="Helvetica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firstCol>
    <a:lastRow>
      <a:tcTxStyle b="on" i="off">
        <a:font>
          <a:latin typeface="Helvetica"/>
          <a:ea typeface="Helvetica"/>
          <a:cs typeface="Helvetica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lastRow>
    <a:firstRow>
      <a:tcTxStyle b="on" i="off">
        <a:font>
          <a:latin typeface="Helvetica"/>
          <a:ea typeface="Helvetica"/>
          <a:cs typeface="Helvetica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firstRow>
  </a:tblStyle>
  <a:tblStyle styleId="{5940675A-B579-460E-94D1-54222C63F5DA}" styleName="Nenhum Estilo, Grade de Tabe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E8034E78-7F5D-4C2E-B375-FC64B27BC917}" styleName="Estilo Escuro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3B4B98B0-60AC-42C2-AFA5-B58CD77FA1E5}" styleName="Estilo Claro 1 - Ênfas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5833" autoAdjust="0"/>
  </p:normalViewPr>
  <p:slideViewPr>
    <p:cSldViewPr snapToGrid="0">
      <p:cViewPr varScale="1">
        <p:scale>
          <a:sx n="43" d="100"/>
          <a:sy n="43" d="100"/>
        </p:scale>
        <p:origin x="590" y="77"/>
      </p:cViewPr>
      <p:guideLst/>
    </p:cSldViewPr>
  </p:slideViewPr>
  <p:notesTextViewPr>
    <p:cViewPr>
      <p:scale>
        <a:sx n="180" d="100"/>
        <a:sy n="18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heme" Target="theme/theme1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notesMaster" Target="notesMasters/notesMaster1.xml"/><Relationship Id="rId28" Type="http://schemas.microsoft.com/office/2015/10/relationships/revisionInfo" Target="revisionInfo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Shape 29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 lvl="0"/>
            <a:endParaRPr dirty="0"/>
          </a:p>
        </p:txBody>
      </p:sp>
      <p:sp>
        <p:nvSpPr>
          <p:cNvPr id="30" name="Shape 30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 lvl="0"/>
            <a:endParaRPr/>
          </a:p>
        </p:txBody>
      </p:sp>
    </p:spTree>
    <p:extLst>
      <p:ext uri="{BB962C8B-B14F-4D97-AF65-F5344CB8AC3E}">
        <p14:creationId xmlns:p14="http://schemas.microsoft.com/office/powerpoint/2010/main" val="2007011985"/>
      </p:ext>
    </p:extLst>
  </p:cSld>
  <p:clrMap bg1="lt1" tx1="dk1" bg2="lt2" tx2="dk2" accent1="accent1" accent2="accent2" accent3="accent3" accent4="accent4" accent5="accent5" accent6="accent6" hlink="hlink" folHlink="folHlink"/>
  <p:notesStyle>
    <a:lvl1pPr defTabSz="457200">
      <a:lnSpc>
        <a:spcPct val="117999"/>
      </a:lnSpc>
      <a:defRPr sz="3000">
        <a:latin typeface="Helvetica Neue"/>
        <a:ea typeface="Helvetica Neue"/>
        <a:cs typeface="Helvetica Neue"/>
        <a:sym typeface="Helvetica Neue"/>
      </a:defRPr>
    </a:lvl1pPr>
    <a:lvl2pPr indent="228600" defTabSz="457200">
      <a:lnSpc>
        <a:spcPct val="117999"/>
      </a:lnSpc>
      <a:defRPr sz="3000">
        <a:latin typeface="Helvetica Neue"/>
        <a:ea typeface="Helvetica Neue"/>
        <a:cs typeface="Helvetica Neue"/>
        <a:sym typeface="Helvetica Neue"/>
      </a:defRPr>
    </a:lvl2pPr>
    <a:lvl3pPr indent="457200" defTabSz="457200">
      <a:lnSpc>
        <a:spcPct val="117999"/>
      </a:lnSpc>
      <a:defRPr sz="3000">
        <a:latin typeface="Helvetica Neue"/>
        <a:ea typeface="Helvetica Neue"/>
        <a:cs typeface="Helvetica Neue"/>
        <a:sym typeface="Helvetica Neue"/>
      </a:defRPr>
    </a:lvl3pPr>
    <a:lvl4pPr indent="685800" defTabSz="457200">
      <a:lnSpc>
        <a:spcPct val="117999"/>
      </a:lnSpc>
      <a:defRPr sz="3000">
        <a:latin typeface="Helvetica Neue"/>
        <a:ea typeface="Helvetica Neue"/>
        <a:cs typeface="Helvetica Neue"/>
        <a:sym typeface="Helvetica Neue"/>
      </a:defRPr>
    </a:lvl4pPr>
    <a:lvl5pPr indent="914400" defTabSz="457200">
      <a:lnSpc>
        <a:spcPct val="117999"/>
      </a:lnSpc>
      <a:defRPr sz="3000">
        <a:latin typeface="Helvetica Neue"/>
        <a:ea typeface="Helvetica Neue"/>
        <a:cs typeface="Helvetica Neue"/>
        <a:sym typeface="Helvetica Neue"/>
      </a:defRPr>
    </a:lvl5pPr>
    <a:lvl6pPr indent="1143000" defTabSz="457200">
      <a:lnSpc>
        <a:spcPct val="117999"/>
      </a:lnSpc>
      <a:defRPr sz="3000">
        <a:latin typeface="Helvetica Neue"/>
        <a:ea typeface="Helvetica Neue"/>
        <a:cs typeface="Helvetica Neue"/>
        <a:sym typeface="Helvetica Neue"/>
      </a:defRPr>
    </a:lvl6pPr>
    <a:lvl7pPr indent="1371600" defTabSz="457200">
      <a:lnSpc>
        <a:spcPct val="117999"/>
      </a:lnSpc>
      <a:defRPr sz="3000">
        <a:latin typeface="Helvetica Neue"/>
        <a:ea typeface="Helvetica Neue"/>
        <a:cs typeface="Helvetica Neue"/>
        <a:sym typeface="Helvetica Neue"/>
      </a:defRPr>
    </a:lvl7pPr>
    <a:lvl8pPr indent="1600200" defTabSz="457200">
      <a:lnSpc>
        <a:spcPct val="117999"/>
      </a:lnSpc>
      <a:defRPr sz="3000">
        <a:latin typeface="Helvetica Neue"/>
        <a:ea typeface="Helvetica Neue"/>
        <a:cs typeface="Helvetica Neue"/>
        <a:sym typeface="Helvetica Neue"/>
      </a:defRPr>
    </a:lvl8pPr>
    <a:lvl9pPr indent="1828800" defTabSz="457200">
      <a:lnSpc>
        <a:spcPct val="117999"/>
      </a:lnSpc>
      <a:defRPr sz="3000">
        <a:latin typeface="Helvetica Neue"/>
        <a:ea typeface="Helvetica Neue"/>
        <a:cs typeface="Helvetica Neue"/>
        <a:sym typeface="Helvetica Neue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55584071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ítulo - Superio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hape 16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 lvl="0">
              <a:defRPr sz="1800"/>
            </a:pPr>
            <a:r>
              <a:rPr sz="11200"/>
              <a:t>Texto do Título</a:t>
            </a:r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ítulo e Marcado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18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 lvl="0">
              <a:defRPr sz="1800"/>
            </a:pPr>
            <a:r>
              <a:rPr sz="11200"/>
              <a:t>Texto do Título</a:t>
            </a:r>
          </a:p>
        </p:txBody>
      </p:sp>
      <p:sp>
        <p:nvSpPr>
          <p:cNvPr id="19" name="Shape 19"/>
          <p:cNvSpPr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lvl="0">
              <a:defRPr sz="1800"/>
            </a:pPr>
            <a:r>
              <a:rPr sz="5000"/>
              <a:t>Nível de Corpo Um</a:t>
            </a:r>
          </a:p>
          <a:p>
            <a:pPr lvl="1">
              <a:defRPr sz="1800"/>
            </a:pPr>
            <a:r>
              <a:rPr sz="5000"/>
              <a:t>Nível de Corpo Dois</a:t>
            </a:r>
          </a:p>
          <a:p>
            <a:pPr lvl="2">
              <a:defRPr sz="1800"/>
            </a:pPr>
            <a:r>
              <a:rPr sz="5000"/>
              <a:t>Nível de Corpo Três</a:t>
            </a:r>
          </a:p>
          <a:p>
            <a:pPr lvl="3">
              <a:defRPr sz="1800"/>
            </a:pPr>
            <a:r>
              <a:rPr sz="5000"/>
              <a:t>Nível de Corpo Quatro</a:t>
            </a:r>
          </a:p>
          <a:p>
            <a:pPr lvl="4">
              <a:defRPr sz="1800"/>
            </a:pPr>
            <a:r>
              <a:rPr sz="5000"/>
              <a:t>Nível de Corpo Cinco</a:t>
            </a:r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ítulo, Marcadores e F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Shape 21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 lvl="0">
              <a:defRPr sz="1800"/>
            </a:pPr>
            <a:r>
              <a:rPr sz="11200"/>
              <a:t>Texto do Título</a:t>
            </a:r>
          </a:p>
        </p:txBody>
      </p:sp>
      <p:sp>
        <p:nvSpPr>
          <p:cNvPr id="22" name="Shape 22"/>
          <p:cNvSpPr>
            <a:spLocks noGrp="1"/>
          </p:cNvSpPr>
          <p:nvPr>
            <p:ph type="body" idx="1"/>
          </p:nvPr>
        </p:nvSpPr>
        <p:spPr>
          <a:xfrm>
            <a:off x="4387453" y="3661171"/>
            <a:ext cx="7500938" cy="8840392"/>
          </a:xfrm>
          <a:prstGeom prst="rect">
            <a:avLst/>
          </a:prstGeom>
        </p:spPr>
        <p:txBody>
          <a:bodyPr/>
          <a:lstStyle>
            <a:lvl1pPr marL="465364" indent="-465364">
              <a:spcBef>
                <a:spcPts val="3200"/>
              </a:spcBef>
              <a:defRPr sz="3800"/>
            </a:lvl1pPr>
            <a:lvl2pPr marL="808264" indent="-465364">
              <a:spcBef>
                <a:spcPts val="3200"/>
              </a:spcBef>
              <a:defRPr sz="3800"/>
            </a:lvl2pPr>
            <a:lvl3pPr marL="1151164" indent="-465364">
              <a:spcBef>
                <a:spcPts val="3200"/>
              </a:spcBef>
              <a:defRPr sz="3800"/>
            </a:lvl3pPr>
            <a:lvl4pPr marL="1494064" indent="-465364">
              <a:spcBef>
                <a:spcPts val="3200"/>
              </a:spcBef>
              <a:defRPr sz="3800"/>
            </a:lvl4pPr>
            <a:lvl5pPr marL="1836964" indent="-465364">
              <a:spcBef>
                <a:spcPts val="3200"/>
              </a:spcBef>
              <a:defRPr sz="3800"/>
            </a:lvl5pPr>
          </a:lstStyle>
          <a:p>
            <a:pPr lvl="0">
              <a:defRPr sz="1800"/>
            </a:pPr>
            <a:r>
              <a:rPr sz="3800"/>
              <a:t>Nível de Corpo Um</a:t>
            </a:r>
          </a:p>
          <a:p>
            <a:pPr lvl="1">
              <a:defRPr sz="1800"/>
            </a:pPr>
            <a:r>
              <a:rPr sz="3800"/>
              <a:t>Nível de Corpo Dois</a:t>
            </a:r>
          </a:p>
          <a:p>
            <a:pPr lvl="2">
              <a:defRPr sz="1800"/>
            </a:pPr>
            <a:r>
              <a:rPr sz="3800"/>
              <a:t>Nível de Corpo Três</a:t>
            </a:r>
          </a:p>
          <a:p>
            <a:pPr lvl="3">
              <a:defRPr sz="1800"/>
            </a:pPr>
            <a:r>
              <a:rPr sz="3800"/>
              <a:t>Nível de Corpo Quatro</a:t>
            </a:r>
          </a:p>
          <a:p>
            <a:pPr lvl="4">
              <a:defRPr sz="1800"/>
            </a:pPr>
            <a:r>
              <a:rPr sz="3800"/>
              <a:t>Nível de Corpo Cinco</a:t>
            </a:r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Foto - 3 Aci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F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4/26/2023</a:t>
            </a:fld>
            <a:endParaRPr lang="en-US" dirty="0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607911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DC1642-E810-4C74-9561-4440BA0F2242}" type="datetime1">
              <a:rPr lang="en-US" smtClean="0"/>
              <a:t>4/26/2023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D159D0-FDDA-4ACF-B155-6BF318D512A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42044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>
            <a:spLocks noGrp="1"/>
          </p:cNvSpPr>
          <p:nvPr>
            <p:ph type="title"/>
          </p:nvPr>
        </p:nvSpPr>
        <p:spPr>
          <a:xfrm>
            <a:off x="4387453" y="625078"/>
            <a:ext cx="15609094" cy="30360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0" tIns="0" rIns="0" bIns="0" anchor="ctr">
            <a:normAutofit/>
          </a:bodyPr>
          <a:lstStyle/>
          <a:p>
            <a:pPr lvl="0">
              <a:defRPr sz="1800"/>
            </a:pPr>
            <a:r>
              <a:rPr sz="11200"/>
              <a:t>Texto do Título</a:t>
            </a:r>
          </a:p>
        </p:txBody>
      </p:sp>
      <p:sp>
        <p:nvSpPr>
          <p:cNvPr id="3" name="Shape 3"/>
          <p:cNvSpPr>
            <a:spLocks noGrp="1"/>
          </p:cNvSpPr>
          <p:nvPr>
            <p:ph type="body" idx="1"/>
          </p:nvPr>
        </p:nvSpPr>
        <p:spPr>
          <a:xfrm>
            <a:off x="4387453" y="3661171"/>
            <a:ext cx="15609094" cy="88403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0" tIns="0" rIns="0" bIns="0" anchor="ctr">
            <a:normAutofit/>
          </a:bodyPr>
          <a:lstStyle/>
          <a:p>
            <a:pPr lvl="0">
              <a:defRPr sz="1800"/>
            </a:pPr>
            <a:r>
              <a:rPr sz="5000"/>
              <a:t>Nível de Corpo Um</a:t>
            </a:r>
          </a:p>
          <a:p>
            <a:pPr lvl="1">
              <a:defRPr sz="1800"/>
            </a:pPr>
            <a:r>
              <a:rPr sz="5000"/>
              <a:t>Nível de Corpo Dois</a:t>
            </a:r>
          </a:p>
          <a:p>
            <a:pPr lvl="2">
              <a:defRPr sz="1800"/>
            </a:pPr>
            <a:r>
              <a:rPr sz="5000"/>
              <a:t>Nível de Corpo Três</a:t>
            </a:r>
          </a:p>
          <a:p>
            <a:pPr lvl="3">
              <a:defRPr sz="1800"/>
            </a:pPr>
            <a:r>
              <a:rPr sz="5000"/>
              <a:t>Nível de Corpo Quatro</a:t>
            </a:r>
          </a:p>
          <a:p>
            <a:pPr lvl="4">
              <a:defRPr sz="1800"/>
            </a:pPr>
            <a:r>
              <a:rPr sz="5000"/>
              <a:t>Nível de Corpo Cinco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3" r:id="rId1"/>
    <p:sldLayoutId id="2147483654" r:id="rId2"/>
    <p:sldLayoutId id="2147483655" r:id="rId3"/>
    <p:sldLayoutId id="2147483657" r:id="rId4"/>
    <p:sldLayoutId id="2147483659" r:id="rId5"/>
    <p:sldLayoutId id="2147483660" r:id="rId6"/>
    <p:sldLayoutId id="2147483661" r:id="rId7"/>
  </p:sldLayoutIdLst>
  <p:transition spd="med"/>
  <p:txStyles>
    <p:titleStyle>
      <a:lvl1pPr algn="ctr" defTabSz="584200">
        <a:defRPr sz="11200">
          <a:latin typeface="+mn-lt"/>
          <a:ea typeface="+mn-ea"/>
          <a:cs typeface="+mn-cs"/>
          <a:sym typeface="Helvetica Light"/>
        </a:defRPr>
      </a:lvl1pPr>
      <a:lvl2pPr indent="228600" algn="ctr" defTabSz="584200">
        <a:defRPr sz="11200">
          <a:latin typeface="+mn-lt"/>
          <a:ea typeface="+mn-ea"/>
          <a:cs typeface="+mn-cs"/>
          <a:sym typeface="Helvetica Light"/>
        </a:defRPr>
      </a:lvl2pPr>
      <a:lvl3pPr indent="457200" algn="ctr" defTabSz="584200">
        <a:defRPr sz="11200">
          <a:latin typeface="+mn-lt"/>
          <a:ea typeface="+mn-ea"/>
          <a:cs typeface="+mn-cs"/>
          <a:sym typeface="Helvetica Light"/>
        </a:defRPr>
      </a:lvl3pPr>
      <a:lvl4pPr indent="685800" algn="ctr" defTabSz="584200">
        <a:defRPr sz="11200">
          <a:latin typeface="+mn-lt"/>
          <a:ea typeface="+mn-ea"/>
          <a:cs typeface="+mn-cs"/>
          <a:sym typeface="Helvetica Light"/>
        </a:defRPr>
      </a:lvl4pPr>
      <a:lvl5pPr indent="914400" algn="ctr" defTabSz="584200">
        <a:defRPr sz="11200">
          <a:latin typeface="+mn-lt"/>
          <a:ea typeface="+mn-ea"/>
          <a:cs typeface="+mn-cs"/>
          <a:sym typeface="Helvetica Light"/>
        </a:defRPr>
      </a:lvl5pPr>
      <a:lvl6pPr indent="1143000" algn="ctr" defTabSz="584200">
        <a:defRPr sz="11200">
          <a:latin typeface="+mn-lt"/>
          <a:ea typeface="+mn-ea"/>
          <a:cs typeface="+mn-cs"/>
          <a:sym typeface="Helvetica Light"/>
        </a:defRPr>
      </a:lvl6pPr>
      <a:lvl7pPr indent="1371600" algn="ctr" defTabSz="584200">
        <a:defRPr sz="11200">
          <a:latin typeface="+mn-lt"/>
          <a:ea typeface="+mn-ea"/>
          <a:cs typeface="+mn-cs"/>
          <a:sym typeface="Helvetica Light"/>
        </a:defRPr>
      </a:lvl7pPr>
      <a:lvl8pPr indent="1600200" algn="ctr" defTabSz="584200">
        <a:defRPr sz="11200">
          <a:latin typeface="+mn-lt"/>
          <a:ea typeface="+mn-ea"/>
          <a:cs typeface="+mn-cs"/>
          <a:sym typeface="Helvetica Light"/>
        </a:defRPr>
      </a:lvl8pPr>
      <a:lvl9pPr indent="1828800" algn="ctr" defTabSz="584200">
        <a:defRPr sz="11200">
          <a:latin typeface="+mn-lt"/>
          <a:ea typeface="+mn-ea"/>
          <a:cs typeface="+mn-cs"/>
          <a:sym typeface="Helvetica Light"/>
        </a:defRPr>
      </a:lvl9pPr>
    </p:titleStyle>
    <p:bodyStyle>
      <a:lvl1pPr marL="617361" indent="-617361" defTabSz="584200">
        <a:spcBef>
          <a:spcPts val="4200"/>
        </a:spcBef>
        <a:buSzPct val="75000"/>
        <a:buChar char="•"/>
        <a:defRPr sz="5000">
          <a:latin typeface="+mn-lt"/>
          <a:ea typeface="+mn-ea"/>
          <a:cs typeface="+mn-cs"/>
          <a:sym typeface="Helvetica Light"/>
        </a:defRPr>
      </a:lvl1pPr>
      <a:lvl2pPr marL="1061861" indent="-617361" defTabSz="584200">
        <a:spcBef>
          <a:spcPts val="4200"/>
        </a:spcBef>
        <a:buSzPct val="75000"/>
        <a:buChar char="•"/>
        <a:defRPr sz="5000">
          <a:latin typeface="+mn-lt"/>
          <a:ea typeface="+mn-ea"/>
          <a:cs typeface="+mn-cs"/>
          <a:sym typeface="Helvetica Light"/>
        </a:defRPr>
      </a:lvl2pPr>
      <a:lvl3pPr marL="1506361" indent="-617361" defTabSz="584200">
        <a:spcBef>
          <a:spcPts val="4200"/>
        </a:spcBef>
        <a:buSzPct val="75000"/>
        <a:buChar char="•"/>
        <a:defRPr sz="5000">
          <a:latin typeface="+mn-lt"/>
          <a:ea typeface="+mn-ea"/>
          <a:cs typeface="+mn-cs"/>
          <a:sym typeface="Helvetica Light"/>
        </a:defRPr>
      </a:lvl3pPr>
      <a:lvl4pPr marL="1950861" indent="-617361" defTabSz="584200">
        <a:spcBef>
          <a:spcPts val="4200"/>
        </a:spcBef>
        <a:buSzPct val="75000"/>
        <a:buChar char="•"/>
        <a:defRPr sz="5000">
          <a:latin typeface="+mn-lt"/>
          <a:ea typeface="+mn-ea"/>
          <a:cs typeface="+mn-cs"/>
          <a:sym typeface="Helvetica Light"/>
        </a:defRPr>
      </a:lvl4pPr>
      <a:lvl5pPr marL="2395361" indent="-617361" defTabSz="584200">
        <a:spcBef>
          <a:spcPts val="4200"/>
        </a:spcBef>
        <a:buSzPct val="75000"/>
        <a:buChar char="•"/>
        <a:defRPr sz="5000">
          <a:latin typeface="+mn-lt"/>
          <a:ea typeface="+mn-ea"/>
          <a:cs typeface="+mn-cs"/>
          <a:sym typeface="Helvetica Light"/>
        </a:defRPr>
      </a:lvl5pPr>
      <a:lvl6pPr marL="2839861" indent="-617361" defTabSz="584200">
        <a:spcBef>
          <a:spcPts val="4200"/>
        </a:spcBef>
        <a:buSzPct val="75000"/>
        <a:buChar char="•"/>
        <a:defRPr sz="5000">
          <a:latin typeface="+mn-lt"/>
          <a:ea typeface="+mn-ea"/>
          <a:cs typeface="+mn-cs"/>
          <a:sym typeface="Helvetica Light"/>
        </a:defRPr>
      </a:lvl6pPr>
      <a:lvl7pPr marL="3284361" indent="-617361" defTabSz="584200">
        <a:spcBef>
          <a:spcPts val="4200"/>
        </a:spcBef>
        <a:buSzPct val="75000"/>
        <a:buChar char="•"/>
        <a:defRPr sz="5000">
          <a:latin typeface="+mn-lt"/>
          <a:ea typeface="+mn-ea"/>
          <a:cs typeface="+mn-cs"/>
          <a:sym typeface="Helvetica Light"/>
        </a:defRPr>
      </a:lvl7pPr>
      <a:lvl8pPr marL="3728861" indent="-617361" defTabSz="584200">
        <a:spcBef>
          <a:spcPts val="4200"/>
        </a:spcBef>
        <a:buSzPct val="75000"/>
        <a:buChar char="•"/>
        <a:defRPr sz="5000">
          <a:latin typeface="+mn-lt"/>
          <a:ea typeface="+mn-ea"/>
          <a:cs typeface="+mn-cs"/>
          <a:sym typeface="Helvetica Light"/>
        </a:defRPr>
      </a:lvl8pPr>
      <a:lvl9pPr marL="4173361" indent="-617361" defTabSz="584200">
        <a:spcBef>
          <a:spcPts val="4200"/>
        </a:spcBef>
        <a:buSzPct val="75000"/>
        <a:buChar char="•"/>
        <a:defRPr sz="5000">
          <a:latin typeface="+mn-lt"/>
          <a:ea typeface="+mn-ea"/>
          <a:cs typeface="+mn-cs"/>
          <a:sym typeface="Helvetica Light"/>
        </a:defRPr>
      </a:lvl9pPr>
    </p:bodyStyle>
    <p:otherStyle>
      <a:lvl1pPr algn="ctr" defTabSz="584200">
        <a:defRPr sz="2400">
          <a:solidFill>
            <a:schemeClr val="tx1"/>
          </a:solidFill>
          <a:latin typeface="+mn-lt"/>
          <a:ea typeface="+mn-ea"/>
          <a:cs typeface="+mn-cs"/>
          <a:sym typeface="Helvetica Light"/>
        </a:defRPr>
      </a:lvl1pPr>
      <a:lvl2pPr indent="228600" algn="ctr" defTabSz="584200">
        <a:defRPr sz="2400">
          <a:solidFill>
            <a:schemeClr val="tx1"/>
          </a:solidFill>
          <a:latin typeface="+mn-lt"/>
          <a:ea typeface="+mn-ea"/>
          <a:cs typeface="+mn-cs"/>
          <a:sym typeface="Helvetica Light"/>
        </a:defRPr>
      </a:lvl2pPr>
      <a:lvl3pPr indent="457200" algn="ctr" defTabSz="584200">
        <a:defRPr sz="2400">
          <a:solidFill>
            <a:schemeClr val="tx1"/>
          </a:solidFill>
          <a:latin typeface="+mn-lt"/>
          <a:ea typeface="+mn-ea"/>
          <a:cs typeface="+mn-cs"/>
          <a:sym typeface="Helvetica Light"/>
        </a:defRPr>
      </a:lvl3pPr>
      <a:lvl4pPr indent="685800" algn="ctr" defTabSz="584200">
        <a:defRPr sz="2400">
          <a:solidFill>
            <a:schemeClr val="tx1"/>
          </a:solidFill>
          <a:latin typeface="+mn-lt"/>
          <a:ea typeface="+mn-ea"/>
          <a:cs typeface="+mn-cs"/>
          <a:sym typeface="Helvetica Light"/>
        </a:defRPr>
      </a:lvl4pPr>
      <a:lvl5pPr indent="914400" algn="ctr" defTabSz="584200">
        <a:defRPr sz="2400">
          <a:solidFill>
            <a:schemeClr val="tx1"/>
          </a:solidFill>
          <a:latin typeface="+mn-lt"/>
          <a:ea typeface="+mn-ea"/>
          <a:cs typeface="+mn-cs"/>
          <a:sym typeface="Helvetica Light"/>
        </a:defRPr>
      </a:lvl5pPr>
      <a:lvl6pPr indent="1143000" algn="ctr" defTabSz="584200">
        <a:defRPr sz="2400">
          <a:solidFill>
            <a:schemeClr val="tx1"/>
          </a:solidFill>
          <a:latin typeface="+mn-lt"/>
          <a:ea typeface="+mn-ea"/>
          <a:cs typeface="+mn-cs"/>
          <a:sym typeface="Helvetica Light"/>
        </a:defRPr>
      </a:lvl6pPr>
      <a:lvl7pPr indent="1371600" algn="ctr" defTabSz="584200">
        <a:defRPr sz="2400">
          <a:solidFill>
            <a:schemeClr val="tx1"/>
          </a:solidFill>
          <a:latin typeface="+mn-lt"/>
          <a:ea typeface="+mn-ea"/>
          <a:cs typeface="+mn-cs"/>
          <a:sym typeface="Helvetica Light"/>
        </a:defRPr>
      </a:lvl7pPr>
      <a:lvl8pPr indent="1600200" algn="ctr" defTabSz="584200">
        <a:defRPr sz="2400">
          <a:solidFill>
            <a:schemeClr val="tx1"/>
          </a:solidFill>
          <a:latin typeface="+mn-lt"/>
          <a:ea typeface="+mn-ea"/>
          <a:cs typeface="+mn-cs"/>
          <a:sym typeface="Helvetica Light"/>
        </a:defRPr>
      </a:lvl8pPr>
      <a:lvl9pPr indent="1828800" algn="ctr" defTabSz="584200">
        <a:defRPr sz="2400">
          <a:solidFill>
            <a:schemeClr val="tx1"/>
          </a:solidFill>
          <a:latin typeface="+mn-lt"/>
          <a:ea typeface="+mn-ea"/>
          <a:cs typeface="+mn-cs"/>
          <a:sym typeface="Helvetica Ligh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13" Type="http://schemas.openxmlformats.org/officeDocument/2006/relationships/image" Target="../media/image20.png"/><Relationship Id="rId18" Type="http://schemas.openxmlformats.org/officeDocument/2006/relationships/image" Target="../media/image25.png"/><Relationship Id="rId3" Type="http://schemas.openxmlformats.org/officeDocument/2006/relationships/image" Target="../media/image10.png"/><Relationship Id="rId21" Type="http://schemas.openxmlformats.org/officeDocument/2006/relationships/image" Target="../media/image28.png"/><Relationship Id="rId7" Type="http://schemas.openxmlformats.org/officeDocument/2006/relationships/image" Target="../media/image14.png"/><Relationship Id="rId12" Type="http://schemas.openxmlformats.org/officeDocument/2006/relationships/image" Target="../media/image19.png"/><Relationship Id="rId17" Type="http://schemas.openxmlformats.org/officeDocument/2006/relationships/image" Target="../media/image24.png"/><Relationship Id="rId2" Type="http://schemas.openxmlformats.org/officeDocument/2006/relationships/image" Target="../media/image9.png"/><Relationship Id="rId16" Type="http://schemas.openxmlformats.org/officeDocument/2006/relationships/image" Target="../media/image23.png"/><Relationship Id="rId20" Type="http://schemas.openxmlformats.org/officeDocument/2006/relationships/image" Target="../media/image27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3.png"/><Relationship Id="rId11" Type="http://schemas.openxmlformats.org/officeDocument/2006/relationships/image" Target="../media/image18.png"/><Relationship Id="rId5" Type="http://schemas.openxmlformats.org/officeDocument/2006/relationships/image" Target="../media/image12.png"/><Relationship Id="rId15" Type="http://schemas.openxmlformats.org/officeDocument/2006/relationships/image" Target="../media/image22.png"/><Relationship Id="rId10" Type="http://schemas.openxmlformats.org/officeDocument/2006/relationships/image" Target="../media/image17.png"/><Relationship Id="rId19" Type="http://schemas.openxmlformats.org/officeDocument/2006/relationships/image" Target="../media/image26.png"/><Relationship Id="rId4" Type="http://schemas.openxmlformats.org/officeDocument/2006/relationships/image" Target="../media/image11.png"/><Relationship Id="rId9" Type="http://schemas.openxmlformats.org/officeDocument/2006/relationships/image" Target="../media/image16.png"/><Relationship Id="rId14" Type="http://schemas.openxmlformats.org/officeDocument/2006/relationships/image" Target="../media/image21.png"/><Relationship Id="rId22" Type="http://schemas.openxmlformats.org/officeDocument/2006/relationships/image" Target="../media/image29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1.png"/><Relationship Id="rId4" Type="http://schemas.openxmlformats.org/officeDocument/2006/relationships/slide" Target="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 descr="Uma imagem contendo no interior, espelho, reflexo, mulher&#10;&#10;Descrição gerada automaticamente">
            <a:extLst>
              <a:ext uri="{FF2B5EF4-FFF2-40B4-BE49-F238E27FC236}">
                <a16:creationId xmlns:a16="http://schemas.microsoft.com/office/drawing/2014/main" id="{D5223CD3-9D98-438A-B531-8F4BE89FAD9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" y="857"/>
            <a:ext cx="24380951" cy="13714285"/>
          </a:xfrm>
          <a:prstGeom prst="rect">
            <a:avLst/>
          </a:prstGeom>
        </p:spPr>
      </p:pic>
      <p:sp>
        <p:nvSpPr>
          <p:cNvPr id="4" name="Google Shape;67;p14">
            <a:extLst>
              <a:ext uri="{FF2B5EF4-FFF2-40B4-BE49-F238E27FC236}">
                <a16:creationId xmlns:a16="http://schemas.microsoft.com/office/drawing/2014/main" id="{04E48306-ABB6-4215-9241-A32809CC926A}"/>
              </a:ext>
            </a:extLst>
          </p:cNvPr>
          <p:cNvSpPr txBox="1"/>
          <p:nvPr/>
        </p:nvSpPr>
        <p:spPr>
          <a:xfrm>
            <a:off x="1547221" y="2241772"/>
            <a:ext cx="12106955" cy="387628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182850" tIns="182850" rIns="182850" bIns="182850" anchor="t" anchorCtr="0">
            <a:noAutofit/>
          </a:bodyPr>
          <a:lstStyle/>
          <a:p>
            <a:pPr algn="l"/>
            <a:r>
              <a:rPr lang="pt-BR" sz="8000" b="1" dirty="0">
                <a:solidFill>
                  <a:schemeClr val="bg1"/>
                </a:solidFill>
                <a:latin typeface="Metropolis Black"/>
                <a:sym typeface="Exo"/>
              </a:rPr>
              <a:t>FORMAÇÃO PARA</a:t>
            </a:r>
          </a:p>
          <a:p>
            <a:pPr algn="l"/>
            <a:r>
              <a:rPr lang="pt-BR" sz="8000" b="1" dirty="0">
                <a:solidFill>
                  <a:schemeClr val="bg1"/>
                </a:solidFill>
                <a:latin typeface="Metropolis Black"/>
                <a:ea typeface="Exo"/>
                <a:cs typeface="Exo"/>
                <a:sym typeface="Exo"/>
              </a:rPr>
              <a:t>ALTA PERFORMANCE NA LGPD:</a:t>
            </a:r>
            <a:endParaRPr lang="pt-BR" sz="8000" dirty="0">
              <a:solidFill>
                <a:schemeClr val="bg1"/>
              </a:solidFill>
              <a:latin typeface="Metropolis Black"/>
              <a:ea typeface="Exo"/>
              <a:cs typeface="Exo"/>
            </a:endParaRP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D0A838E3-7174-4A9E-8798-8737ACA48CFB}"/>
              </a:ext>
            </a:extLst>
          </p:cNvPr>
          <p:cNvSpPr txBox="1"/>
          <p:nvPr/>
        </p:nvSpPr>
        <p:spPr>
          <a:xfrm>
            <a:off x="1547221" y="7185471"/>
            <a:ext cx="10879475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pt-BR" sz="4800" dirty="0">
                <a:solidFill>
                  <a:schemeClr val="bg1"/>
                </a:solidFill>
                <a:latin typeface="Montserrat Medium" panose="00000600000000000000" pitchFamily="2" charset="0"/>
                <a:ea typeface="Verdana" panose="020B0604030504040204" pitchFamily="34" charset="0"/>
                <a:cs typeface="Verdana" panose="020B0604030504040204" pitchFamily="34" charset="0"/>
              </a:rPr>
              <a:t>JURÍDICO, GESTÃO ÁGIL </a:t>
            </a:r>
          </a:p>
          <a:p>
            <a:pPr algn="l"/>
            <a:r>
              <a:rPr lang="pt-BR" sz="4800" dirty="0">
                <a:solidFill>
                  <a:schemeClr val="bg1"/>
                </a:solidFill>
                <a:latin typeface="Montserrat Medium" panose="00000600000000000000" pitchFamily="2" charset="0"/>
                <a:ea typeface="Verdana" panose="020B0604030504040204" pitchFamily="34" charset="0"/>
                <a:cs typeface="Verdana" panose="020B0604030504040204" pitchFamily="34" charset="0"/>
              </a:rPr>
              <a:t>E TECNOLOGIA</a:t>
            </a:r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id="{3B9135D8-30AD-4B2D-9142-673D2256D31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47221" y="11392211"/>
            <a:ext cx="6522926" cy="13260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59470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59E42BCF-C4F3-431D-B5C6-E14B3F26BBC0}"/>
              </a:ext>
            </a:extLst>
          </p:cNvPr>
          <p:cNvSpPr/>
          <p:nvPr/>
        </p:nvSpPr>
        <p:spPr>
          <a:xfrm>
            <a:off x="-24063" y="-274320"/>
            <a:ext cx="24534857" cy="14264640"/>
          </a:xfrm>
          <a:prstGeom prst="rect">
            <a:avLst/>
          </a:prstGeom>
          <a:solidFill>
            <a:srgbClr val="192D49"/>
          </a:solidFill>
          <a:ln w="12700" cap="flat">
            <a:noFill/>
            <a:miter lim="400000"/>
          </a:ln>
          <a:effectLst>
            <a:outerShdw blurRad="50800" dist="25400" dir="5400000" rotWithShape="0">
              <a:srgbClr val="000000">
                <a:alpha val="5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71437" tIns="71437" rIns="71437" bIns="71437" numCol="1" spcCol="38100" rtlCol="0" anchor="ctr">
            <a:spAutoFit/>
          </a:bodyPr>
          <a:lstStyle/>
          <a:p>
            <a:pPr marL="0" marR="0" indent="0" algn="ctr" defTabSz="5842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pt-BR" sz="3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+mn-ea"/>
              <a:cs typeface="+mn-cs"/>
              <a:sym typeface="Helvetica Light"/>
            </a:endParaRPr>
          </a:p>
        </p:txBody>
      </p:sp>
      <p:sp>
        <p:nvSpPr>
          <p:cNvPr id="7" name="Google Shape;67;p14">
            <a:extLst>
              <a:ext uri="{FF2B5EF4-FFF2-40B4-BE49-F238E27FC236}">
                <a16:creationId xmlns:a16="http://schemas.microsoft.com/office/drawing/2014/main" id="{0F55BA43-0ECF-4708-8967-C676F5713FDA}"/>
              </a:ext>
            </a:extLst>
          </p:cNvPr>
          <p:cNvSpPr txBox="1"/>
          <p:nvPr/>
        </p:nvSpPr>
        <p:spPr>
          <a:xfrm>
            <a:off x="1691892" y="2269067"/>
            <a:ext cx="17161702" cy="10532727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182850" tIns="182850" rIns="182850" bIns="182850" anchor="t" anchorCtr="0">
            <a:noAutofit/>
          </a:bodyPr>
          <a:lstStyle/>
          <a:p>
            <a:pPr marL="342900" indent="-342900" algn="l">
              <a:spcBef>
                <a:spcPts val="1800"/>
              </a:spcBef>
              <a:buFont typeface="+mj-lt"/>
              <a:buAutoNum type="arabicPeriod"/>
            </a:pPr>
            <a:r>
              <a:rPr lang="pt-BR" sz="6000" dirty="0">
                <a:solidFill>
                  <a:schemeClr val="bg1"/>
                </a:solidFill>
                <a:latin typeface="Calibri"/>
                <a:ea typeface="Calibri" panose="020F0502020204030204" pitchFamily="34" charset="0"/>
                <a:cs typeface="Times New Roman"/>
              </a:rPr>
              <a:t>Motivações </a:t>
            </a:r>
            <a:endParaRPr lang="pt-BR" sz="6000">
              <a:solidFill>
                <a:schemeClr val="bg1"/>
              </a:solidFill>
              <a:latin typeface="Calibri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algn="l">
              <a:spcBef>
                <a:spcPts val="1800"/>
              </a:spcBef>
              <a:buFont typeface="+mj-lt"/>
              <a:buAutoNum type="arabicPeriod"/>
            </a:pPr>
            <a:r>
              <a:rPr lang="pt-BR" sz="60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Desafios</a:t>
            </a:r>
          </a:p>
          <a:p>
            <a:pPr marL="342900" lvl="0" indent="-342900" algn="l">
              <a:spcBef>
                <a:spcPts val="1800"/>
              </a:spcBef>
              <a:buFont typeface="+mj-lt"/>
              <a:buAutoNum type="arabicPeriod"/>
            </a:pPr>
            <a:r>
              <a:rPr lang="pt-BR" sz="60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Abrangência</a:t>
            </a:r>
          </a:p>
          <a:p>
            <a:pPr marL="342900" lvl="0" indent="-342900" algn="l">
              <a:spcBef>
                <a:spcPts val="1800"/>
              </a:spcBef>
              <a:buFont typeface="+mj-lt"/>
              <a:buAutoNum type="arabicPeriod"/>
            </a:pPr>
            <a:r>
              <a:rPr lang="pt-BR" sz="60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Método</a:t>
            </a:r>
            <a:br>
              <a:rPr lang="pt-BR" sz="60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pt-BR" sz="60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- Passo a passo</a:t>
            </a:r>
            <a:br>
              <a:rPr lang="pt-BR" sz="60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pt-BR" sz="60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- Trilhas de formação</a:t>
            </a:r>
            <a:br>
              <a:rPr lang="pt-BR" sz="60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pt-BR" sz="60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- CHA</a:t>
            </a:r>
            <a:br>
              <a:rPr lang="pt-BR" sz="60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pt-BR" sz="60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- Plataforma</a:t>
            </a:r>
            <a:br>
              <a:rPr lang="pt-BR" sz="60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pt-BR" sz="60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- Jornada</a:t>
            </a:r>
          </a:p>
          <a:p>
            <a:pPr marL="342900" lvl="0" indent="-342900" algn="l">
              <a:spcBef>
                <a:spcPts val="1800"/>
              </a:spcBef>
              <a:buFont typeface="+mj-lt"/>
              <a:buAutoNum type="arabicPeriod"/>
            </a:pPr>
            <a:r>
              <a:rPr lang="pt-BR" sz="60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Gestão</a:t>
            </a:r>
          </a:p>
        </p:txBody>
      </p:sp>
      <p:sp>
        <p:nvSpPr>
          <p:cNvPr id="5" name="Google Shape;67;p14">
            <a:extLst>
              <a:ext uri="{FF2B5EF4-FFF2-40B4-BE49-F238E27FC236}">
                <a16:creationId xmlns:a16="http://schemas.microsoft.com/office/drawing/2014/main" id="{A17C801A-4881-954C-8763-7E58A3A78257}"/>
              </a:ext>
            </a:extLst>
          </p:cNvPr>
          <p:cNvSpPr txBox="1"/>
          <p:nvPr/>
        </p:nvSpPr>
        <p:spPr>
          <a:xfrm>
            <a:off x="897856" y="512780"/>
            <a:ext cx="17955738" cy="1476788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182850" tIns="182850" rIns="182850" bIns="182850" anchor="t" anchorCtr="0">
            <a:noAutofit/>
          </a:bodyPr>
          <a:lstStyle/>
          <a:p>
            <a:pPr lvl="0" algn="l"/>
            <a:r>
              <a:rPr lang="pt-BR" sz="7200" dirty="0">
                <a:solidFill>
                  <a:srgbClr val="F48120"/>
                </a:solidFill>
                <a:latin typeface="Metropolis Black" panose="00000A00000000000000" pitchFamily="50" charset="0"/>
                <a:ea typeface="Exo"/>
                <a:cs typeface="Exo"/>
                <a:sym typeface="Exo"/>
              </a:rPr>
              <a:t>_ AGENDA</a:t>
            </a:r>
          </a:p>
        </p:txBody>
      </p:sp>
      <p:grpSp>
        <p:nvGrpSpPr>
          <p:cNvPr id="3" name="Agrupar 2">
            <a:extLst>
              <a:ext uri="{FF2B5EF4-FFF2-40B4-BE49-F238E27FC236}">
                <a16:creationId xmlns:a16="http://schemas.microsoft.com/office/drawing/2014/main" id="{639B994B-A6BE-BF99-A187-86B5202A6F82}"/>
              </a:ext>
            </a:extLst>
          </p:cNvPr>
          <p:cNvGrpSpPr/>
          <p:nvPr/>
        </p:nvGrpSpPr>
        <p:grpSpPr>
          <a:xfrm>
            <a:off x="10916537" y="25177"/>
            <a:ext cx="13434657" cy="1033600"/>
            <a:chOff x="20106079" y="-335768"/>
            <a:chExt cx="4245186" cy="990509"/>
          </a:xfrm>
        </p:grpSpPr>
        <p:sp>
          <p:nvSpPr>
            <p:cNvPr id="4" name="Chevron 10">
              <a:extLst>
                <a:ext uri="{FF2B5EF4-FFF2-40B4-BE49-F238E27FC236}">
                  <a16:creationId xmlns:a16="http://schemas.microsoft.com/office/drawing/2014/main" id="{2CD0C2DA-151C-A424-9685-F33E2DFD8859}"/>
                </a:ext>
              </a:extLst>
            </p:cNvPr>
            <p:cNvSpPr/>
            <p:nvPr/>
          </p:nvSpPr>
          <p:spPr bwMode="auto">
            <a:xfrm>
              <a:off x="20844236" y="-335768"/>
              <a:ext cx="933577" cy="990509"/>
            </a:xfrm>
            <a:prstGeom prst="chevron">
              <a:avLst>
                <a:gd name="adj" fmla="val 31818"/>
              </a:avLst>
            </a:prstGeom>
            <a:solidFill>
              <a:srgbClr val="FFFFFF">
                <a:lumMod val="85000"/>
                <a:alpha val="90000"/>
              </a:srgbClr>
            </a:solidFill>
            <a:ln>
              <a:noFill/>
            </a:ln>
            <a:effectLst/>
          </p:spPr>
          <p:txBody>
            <a:bodyPr wrap="square" lIns="91440" tIns="45715" rIns="0" bIns="45715" rtlCol="0" anchor="ctr">
              <a:noAutofit/>
            </a:bodyPr>
            <a:lstStyle/>
            <a:p>
              <a:pPr marL="0" marR="0" lvl="0" indent="0" defTabSz="623853" rtl="0" eaLnBrk="1" fontAlgn="base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r>
                <a:rPr kumimoji="0" lang="pt-BR" sz="2800" b="1" i="0" u="none" strike="noStrike" kern="1200" cap="none" spc="0" normalizeH="0" baseline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cs typeface="Times New Roman" pitchFamily="18" charset="0"/>
                </a:rPr>
                <a:t>Desafios</a:t>
              </a:r>
            </a:p>
          </p:txBody>
        </p:sp>
        <p:sp>
          <p:nvSpPr>
            <p:cNvPr id="8" name="Chevron 12">
              <a:extLst>
                <a:ext uri="{FF2B5EF4-FFF2-40B4-BE49-F238E27FC236}">
                  <a16:creationId xmlns:a16="http://schemas.microsoft.com/office/drawing/2014/main" id="{330E17AD-80EA-31FE-0683-1676DCCA7689}"/>
                </a:ext>
              </a:extLst>
            </p:cNvPr>
            <p:cNvSpPr/>
            <p:nvPr/>
          </p:nvSpPr>
          <p:spPr bwMode="auto">
            <a:xfrm>
              <a:off x="21699520" y="-335768"/>
              <a:ext cx="933577" cy="990509"/>
            </a:xfrm>
            <a:prstGeom prst="chevron">
              <a:avLst>
                <a:gd name="adj" fmla="val 31818"/>
              </a:avLst>
            </a:prstGeom>
            <a:solidFill>
              <a:srgbClr val="FFFFFF">
                <a:lumMod val="85000"/>
                <a:alpha val="90000"/>
              </a:srgbClr>
            </a:solidFill>
            <a:ln>
              <a:noFill/>
            </a:ln>
            <a:effectLst/>
          </p:spPr>
          <p:txBody>
            <a:bodyPr wrap="square" lIns="91440" tIns="45715" rIns="0" bIns="45715" rtlCol="0" anchor="ctr">
              <a:noAutofit/>
            </a:bodyPr>
            <a:lstStyle/>
            <a:p>
              <a:pPr marL="0" marR="0" lvl="0" indent="0" defTabSz="623853" rtl="0" eaLnBrk="1" fontAlgn="base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r>
                <a:rPr kumimoji="0" lang="pt-BR" sz="2800" b="1" i="0" u="none" strike="noStrike" kern="1200" cap="none" spc="0" normalizeH="0" baseline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cs typeface="Times New Roman" pitchFamily="18" charset="0"/>
                </a:rPr>
                <a:t>Abrangência</a:t>
              </a:r>
            </a:p>
          </p:txBody>
        </p:sp>
        <p:sp>
          <p:nvSpPr>
            <p:cNvPr id="9" name="Chevron 14">
              <a:extLst>
                <a:ext uri="{FF2B5EF4-FFF2-40B4-BE49-F238E27FC236}">
                  <a16:creationId xmlns:a16="http://schemas.microsoft.com/office/drawing/2014/main" id="{6DB47A2C-82D6-9C72-0B1C-30CB20791C94}"/>
                </a:ext>
              </a:extLst>
            </p:cNvPr>
            <p:cNvSpPr/>
            <p:nvPr/>
          </p:nvSpPr>
          <p:spPr bwMode="auto">
            <a:xfrm>
              <a:off x="22562405" y="-335768"/>
              <a:ext cx="933577" cy="990509"/>
            </a:xfrm>
            <a:prstGeom prst="chevron">
              <a:avLst>
                <a:gd name="adj" fmla="val 31818"/>
              </a:avLst>
            </a:prstGeom>
            <a:solidFill>
              <a:srgbClr val="FFFFFF">
                <a:lumMod val="85000"/>
                <a:alpha val="90000"/>
              </a:srgbClr>
            </a:solidFill>
            <a:ln>
              <a:noFill/>
            </a:ln>
            <a:effectLst/>
          </p:spPr>
          <p:txBody>
            <a:bodyPr wrap="square" lIns="91440" tIns="45715" rIns="0" bIns="45715" rtlCol="0" anchor="ctr">
              <a:noAutofit/>
            </a:bodyPr>
            <a:lstStyle/>
            <a:p>
              <a:pPr marL="0" marR="0" lvl="0" indent="0" defTabSz="623853" rtl="0" eaLnBrk="1" fontAlgn="base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r>
                <a:rPr kumimoji="0" lang="pt-BR" sz="2800" b="1" i="0" u="none" strike="noStrike" kern="1200" cap="none" spc="0" normalizeH="0" baseline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cs typeface="Times New Roman" pitchFamily="18" charset="0"/>
                </a:rPr>
                <a:t>Método</a:t>
              </a:r>
            </a:p>
          </p:txBody>
        </p:sp>
        <p:sp>
          <p:nvSpPr>
            <p:cNvPr id="10" name="Chevron 17">
              <a:extLst>
                <a:ext uri="{FF2B5EF4-FFF2-40B4-BE49-F238E27FC236}">
                  <a16:creationId xmlns:a16="http://schemas.microsoft.com/office/drawing/2014/main" id="{8A3DFD35-A5D6-44FD-B6C0-267A781BF3A4}"/>
                </a:ext>
              </a:extLst>
            </p:cNvPr>
            <p:cNvSpPr/>
            <p:nvPr/>
          </p:nvSpPr>
          <p:spPr bwMode="auto">
            <a:xfrm>
              <a:off x="23417688" y="-335768"/>
              <a:ext cx="933577" cy="990509"/>
            </a:xfrm>
            <a:prstGeom prst="chevron">
              <a:avLst>
                <a:gd name="adj" fmla="val 31818"/>
              </a:avLst>
            </a:prstGeom>
            <a:solidFill>
              <a:srgbClr val="FFFFFF">
                <a:lumMod val="85000"/>
                <a:alpha val="90000"/>
              </a:srgbClr>
            </a:solidFill>
            <a:ln>
              <a:noFill/>
            </a:ln>
            <a:effectLst/>
          </p:spPr>
          <p:txBody>
            <a:bodyPr wrap="square" lIns="91440" tIns="45715" rIns="0" bIns="45715" rtlCol="0" anchor="ctr">
              <a:noAutofit/>
            </a:bodyPr>
            <a:lstStyle/>
            <a:p>
              <a:pPr marL="0" marR="0" lvl="0" indent="0" defTabSz="623853" rtl="0" eaLnBrk="1" fontAlgn="base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r>
                <a:rPr kumimoji="0" lang="pt-BR" sz="2800" b="1" i="0" u="none" strike="noStrike" kern="1200" cap="none" spc="0" normalizeH="0" baseline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cs typeface="Times New Roman" pitchFamily="18" charset="0"/>
                </a:rPr>
                <a:t>Gestão</a:t>
              </a:r>
            </a:p>
          </p:txBody>
        </p:sp>
        <p:sp>
          <p:nvSpPr>
            <p:cNvPr id="11" name="Chevron 167">
              <a:extLst>
                <a:ext uri="{FF2B5EF4-FFF2-40B4-BE49-F238E27FC236}">
                  <a16:creationId xmlns:a16="http://schemas.microsoft.com/office/drawing/2014/main" id="{1EFF4E5F-C126-004C-46B3-166233D3E0BA}"/>
                </a:ext>
              </a:extLst>
            </p:cNvPr>
            <p:cNvSpPr/>
            <p:nvPr/>
          </p:nvSpPr>
          <p:spPr bwMode="auto">
            <a:xfrm>
              <a:off x="20106079" y="-335768"/>
              <a:ext cx="816400" cy="990509"/>
            </a:xfrm>
            <a:prstGeom prst="homePlate">
              <a:avLst>
                <a:gd name="adj" fmla="val 32073"/>
              </a:avLst>
            </a:prstGeom>
            <a:solidFill>
              <a:srgbClr val="FFFFFF">
                <a:lumMod val="85000"/>
                <a:alpha val="90000"/>
              </a:srgbClr>
            </a:solidFill>
            <a:ln>
              <a:noFill/>
            </a:ln>
            <a:effectLst/>
          </p:spPr>
          <p:txBody>
            <a:bodyPr wrap="square" lIns="91440" tIns="45715" rIns="0" bIns="45715" rtlCol="0" anchor="ctr">
              <a:noAutofit/>
            </a:bodyPr>
            <a:lstStyle/>
            <a:p>
              <a:pPr defTabSz="623853" rtl="0" fontAlgn="base">
                <a:spcBef>
                  <a:spcPts val="600"/>
                </a:spcBef>
                <a:spcAft>
                  <a:spcPts val="600"/>
                </a:spcAft>
                <a:buClr>
                  <a:srgbClr val="000000"/>
                </a:buClr>
              </a:pPr>
              <a:r>
                <a:rPr lang="pt-BR" sz="2800" b="1" kern="1200">
                  <a:solidFill>
                    <a:srgbClr val="FFFFFF"/>
                  </a:solidFill>
                  <a:latin typeface="Arial" charset="0"/>
                  <a:cs typeface="Times New Roman" pitchFamily="18" charset="0"/>
                </a:rPr>
                <a:t>Motivações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6762309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59E42BCF-C4F3-431D-B5C6-E14B3F26BBC0}"/>
              </a:ext>
            </a:extLst>
          </p:cNvPr>
          <p:cNvSpPr/>
          <p:nvPr/>
        </p:nvSpPr>
        <p:spPr>
          <a:xfrm>
            <a:off x="-24063" y="-274320"/>
            <a:ext cx="24534857" cy="14264640"/>
          </a:xfrm>
          <a:prstGeom prst="rect">
            <a:avLst/>
          </a:prstGeom>
          <a:solidFill>
            <a:srgbClr val="192D49"/>
          </a:solidFill>
          <a:ln w="12700" cap="flat">
            <a:noFill/>
            <a:miter lim="400000"/>
          </a:ln>
          <a:effectLst>
            <a:outerShdw blurRad="50800" dist="25400" dir="5400000" rotWithShape="0">
              <a:srgbClr val="000000">
                <a:alpha val="5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71437" tIns="71437" rIns="71437" bIns="71437" numCol="1" spcCol="38100" rtlCol="0" anchor="ctr">
            <a:spAutoFit/>
          </a:bodyPr>
          <a:lstStyle/>
          <a:p>
            <a:pPr marL="0" marR="0" indent="0" algn="ctr" defTabSz="5842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pt-BR" sz="3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+mn-ea"/>
              <a:cs typeface="+mn-cs"/>
              <a:sym typeface="Helvetica Light"/>
            </a:endParaRPr>
          </a:p>
        </p:txBody>
      </p:sp>
      <p:sp>
        <p:nvSpPr>
          <p:cNvPr id="7" name="Google Shape;67;p14">
            <a:extLst>
              <a:ext uri="{FF2B5EF4-FFF2-40B4-BE49-F238E27FC236}">
                <a16:creationId xmlns:a16="http://schemas.microsoft.com/office/drawing/2014/main" id="{0F55BA43-0ECF-4708-8967-C676F5713FDA}"/>
              </a:ext>
            </a:extLst>
          </p:cNvPr>
          <p:cNvSpPr txBox="1"/>
          <p:nvPr/>
        </p:nvSpPr>
        <p:spPr>
          <a:xfrm>
            <a:off x="897855" y="2776667"/>
            <a:ext cx="13907921" cy="10674639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182850" tIns="182850" rIns="182850" bIns="182850" anchor="t" anchorCtr="0">
            <a:noAutofit/>
          </a:bodyPr>
          <a:lstStyle/>
          <a:p>
            <a:pPr marL="571500" lvl="0" indent="-571500" algn="l">
              <a:spcBef>
                <a:spcPts val="1800"/>
              </a:spcBef>
              <a:buFont typeface="Arial" panose="020B0604020202020204" pitchFamily="34" charset="0"/>
              <a:buChar char="•"/>
            </a:pPr>
            <a:r>
              <a:rPr lang="pt-BR" sz="44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 implementação de programas de adequação a LGPD compreende um conjunto bastante diversificado de iniciativas técnicas, processos e políticas. Entretanto, o fundamental neste processo é a </a:t>
            </a:r>
            <a:r>
              <a:rPr lang="pt-BR" sz="4400" u="sng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mudança de atitude</a:t>
            </a:r>
            <a:r>
              <a:rPr lang="pt-BR" sz="44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dos colaboradores na adoção das práticas de privacidade e segurança de informações.</a:t>
            </a:r>
          </a:p>
          <a:p>
            <a:pPr marL="571500" lvl="0" indent="-571500" algn="l">
              <a:spcBef>
                <a:spcPts val="1800"/>
              </a:spcBef>
              <a:buFont typeface="Arial" panose="020B0604020202020204" pitchFamily="34" charset="0"/>
              <a:buChar char="•"/>
            </a:pPr>
            <a:endParaRPr lang="pt-BR" sz="44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571500" lvl="0" indent="-571500" algn="l">
              <a:spcBef>
                <a:spcPts val="1800"/>
              </a:spcBef>
              <a:buFont typeface="Arial" panose="020B0604020202020204" pitchFamily="34" charset="0"/>
              <a:buChar char="•"/>
            </a:pPr>
            <a:r>
              <a:rPr lang="pt-BR" sz="44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Nesta apresentação, vamos destacar a formação como elemento central </a:t>
            </a:r>
            <a:r>
              <a:rPr lang="pt-BR" sz="440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na evolução </a:t>
            </a:r>
            <a:r>
              <a:rPr lang="pt-BR" sz="44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dos comportamentos dos colaboradores em relação a privacidade e segurança.</a:t>
            </a:r>
          </a:p>
          <a:p>
            <a:pPr marL="571500" lvl="0" indent="-571500" algn="l">
              <a:spcBef>
                <a:spcPts val="1800"/>
              </a:spcBef>
              <a:buFont typeface="Arial" panose="020B0604020202020204" pitchFamily="34" charset="0"/>
              <a:buChar char="•"/>
            </a:pPr>
            <a:endParaRPr lang="pt-BR" sz="44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571500" lvl="0" indent="-571500" algn="l">
              <a:spcBef>
                <a:spcPts val="1800"/>
              </a:spcBef>
              <a:buFont typeface="Arial" panose="020B0604020202020204" pitchFamily="34" charset="0"/>
              <a:buChar char="•"/>
            </a:pPr>
            <a:endParaRPr lang="pt-BR" sz="44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Google Shape;67;p14">
            <a:extLst>
              <a:ext uri="{FF2B5EF4-FFF2-40B4-BE49-F238E27FC236}">
                <a16:creationId xmlns:a16="http://schemas.microsoft.com/office/drawing/2014/main" id="{A17C801A-4881-954C-8763-7E58A3A78257}"/>
              </a:ext>
            </a:extLst>
          </p:cNvPr>
          <p:cNvSpPr txBox="1"/>
          <p:nvPr/>
        </p:nvSpPr>
        <p:spPr>
          <a:xfrm>
            <a:off x="897856" y="512780"/>
            <a:ext cx="17955738" cy="1476788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182850" tIns="182850" rIns="182850" bIns="182850" anchor="t" anchorCtr="0">
            <a:noAutofit/>
          </a:bodyPr>
          <a:lstStyle/>
          <a:p>
            <a:pPr lvl="0" algn="l"/>
            <a:r>
              <a:rPr lang="pt-BR" sz="7200" dirty="0">
                <a:solidFill>
                  <a:srgbClr val="F48120"/>
                </a:solidFill>
                <a:latin typeface="Metropolis Black" panose="00000A00000000000000" pitchFamily="50" charset="0"/>
                <a:ea typeface="Exo"/>
                <a:cs typeface="Exo"/>
                <a:sym typeface="Exo"/>
              </a:rPr>
              <a:t>OBJETIVOS</a:t>
            </a:r>
          </a:p>
        </p:txBody>
      </p:sp>
      <p:grpSp>
        <p:nvGrpSpPr>
          <p:cNvPr id="10" name="Agrupar 9">
            <a:extLst>
              <a:ext uri="{FF2B5EF4-FFF2-40B4-BE49-F238E27FC236}">
                <a16:creationId xmlns:a16="http://schemas.microsoft.com/office/drawing/2014/main" id="{F2AADED3-4DDD-4E3C-E972-BAA27C3EBF9B}"/>
              </a:ext>
            </a:extLst>
          </p:cNvPr>
          <p:cNvGrpSpPr/>
          <p:nvPr/>
        </p:nvGrpSpPr>
        <p:grpSpPr>
          <a:xfrm>
            <a:off x="10916537" y="25177"/>
            <a:ext cx="13434657" cy="1033600"/>
            <a:chOff x="20106079" y="-335768"/>
            <a:chExt cx="4245186" cy="990509"/>
          </a:xfrm>
        </p:grpSpPr>
        <p:sp>
          <p:nvSpPr>
            <p:cNvPr id="3" name="Chevron 10">
              <a:extLst>
                <a:ext uri="{FF2B5EF4-FFF2-40B4-BE49-F238E27FC236}">
                  <a16:creationId xmlns:a16="http://schemas.microsoft.com/office/drawing/2014/main" id="{10DB35BA-B3F8-F239-1FC9-F92A8884207A}"/>
                </a:ext>
              </a:extLst>
            </p:cNvPr>
            <p:cNvSpPr/>
            <p:nvPr/>
          </p:nvSpPr>
          <p:spPr bwMode="auto">
            <a:xfrm>
              <a:off x="20844236" y="-335768"/>
              <a:ext cx="933577" cy="990509"/>
            </a:xfrm>
            <a:prstGeom prst="chevron">
              <a:avLst>
                <a:gd name="adj" fmla="val 31818"/>
              </a:avLst>
            </a:prstGeom>
            <a:solidFill>
              <a:srgbClr val="FFFFFF">
                <a:lumMod val="85000"/>
                <a:alpha val="90000"/>
              </a:srgbClr>
            </a:solidFill>
            <a:ln>
              <a:noFill/>
            </a:ln>
            <a:effectLst/>
          </p:spPr>
          <p:txBody>
            <a:bodyPr wrap="square" lIns="91440" tIns="45715" rIns="0" bIns="45715" rtlCol="0" anchor="ctr">
              <a:noAutofit/>
            </a:bodyPr>
            <a:lstStyle/>
            <a:p>
              <a:pPr marL="0" marR="0" lvl="0" indent="0" defTabSz="623853" rtl="0" eaLnBrk="1" fontAlgn="base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r>
                <a:rPr kumimoji="0" lang="pt-BR" sz="2800" b="1" i="0" u="none" strike="noStrike" kern="1200" cap="none" spc="0" normalizeH="0" baseline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cs typeface="Times New Roman" pitchFamily="18" charset="0"/>
                </a:rPr>
                <a:t>Desafios</a:t>
              </a:r>
            </a:p>
          </p:txBody>
        </p:sp>
        <p:sp>
          <p:nvSpPr>
            <p:cNvPr id="4" name="Chevron 12">
              <a:extLst>
                <a:ext uri="{FF2B5EF4-FFF2-40B4-BE49-F238E27FC236}">
                  <a16:creationId xmlns:a16="http://schemas.microsoft.com/office/drawing/2014/main" id="{BFC7F5DA-6DDC-CB35-D075-8C2193BBAB48}"/>
                </a:ext>
              </a:extLst>
            </p:cNvPr>
            <p:cNvSpPr/>
            <p:nvPr/>
          </p:nvSpPr>
          <p:spPr bwMode="auto">
            <a:xfrm>
              <a:off x="21699520" y="-335768"/>
              <a:ext cx="933577" cy="990509"/>
            </a:xfrm>
            <a:prstGeom prst="chevron">
              <a:avLst>
                <a:gd name="adj" fmla="val 31818"/>
              </a:avLst>
            </a:prstGeom>
            <a:solidFill>
              <a:srgbClr val="FFFFFF">
                <a:lumMod val="85000"/>
                <a:alpha val="90000"/>
              </a:srgbClr>
            </a:solidFill>
            <a:ln>
              <a:noFill/>
            </a:ln>
            <a:effectLst/>
          </p:spPr>
          <p:txBody>
            <a:bodyPr wrap="square" lIns="91440" tIns="45715" rIns="0" bIns="45715" rtlCol="0" anchor="ctr">
              <a:noAutofit/>
            </a:bodyPr>
            <a:lstStyle/>
            <a:p>
              <a:pPr marL="0" marR="0" lvl="0" indent="0" defTabSz="623853" rtl="0" eaLnBrk="1" fontAlgn="base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r>
                <a:rPr kumimoji="0" lang="pt-BR" sz="2800" b="1" i="0" u="none" strike="noStrike" kern="1200" cap="none" spc="0" normalizeH="0" baseline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cs typeface="Times New Roman" pitchFamily="18" charset="0"/>
                </a:rPr>
                <a:t>Abrangência</a:t>
              </a:r>
            </a:p>
          </p:txBody>
        </p:sp>
        <p:sp>
          <p:nvSpPr>
            <p:cNvPr id="6" name="Chevron 14">
              <a:extLst>
                <a:ext uri="{FF2B5EF4-FFF2-40B4-BE49-F238E27FC236}">
                  <a16:creationId xmlns:a16="http://schemas.microsoft.com/office/drawing/2014/main" id="{F0255A4B-F265-1A94-D0D4-DF7EA0AB46FF}"/>
                </a:ext>
              </a:extLst>
            </p:cNvPr>
            <p:cNvSpPr/>
            <p:nvPr/>
          </p:nvSpPr>
          <p:spPr bwMode="auto">
            <a:xfrm>
              <a:off x="22562405" y="-335768"/>
              <a:ext cx="933577" cy="990509"/>
            </a:xfrm>
            <a:prstGeom prst="chevron">
              <a:avLst>
                <a:gd name="adj" fmla="val 31818"/>
              </a:avLst>
            </a:prstGeom>
            <a:solidFill>
              <a:srgbClr val="FFFFFF">
                <a:lumMod val="85000"/>
                <a:alpha val="90000"/>
              </a:srgbClr>
            </a:solidFill>
            <a:ln>
              <a:noFill/>
            </a:ln>
            <a:effectLst/>
          </p:spPr>
          <p:txBody>
            <a:bodyPr wrap="square" lIns="91440" tIns="45715" rIns="0" bIns="45715" rtlCol="0" anchor="ctr">
              <a:noAutofit/>
            </a:bodyPr>
            <a:lstStyle/>
            <a:p>
              <a:pPr marL="0" marR="0" lvl="0" indent="0" defTabSz="623853" rtl="0" eaLnBrk="1" fontAlgn="base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r>
                <a:rPr kumimoji="0" lang="pt-BR" sz="2800" b="1" i="0" u="none" strike="noStrike" kern="1200" cap="none" spc="0" normalizeH="0" baseline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cs typeface="Times New Roman" pitchFamily="18" charset="0"/>
                </a:rPr>
                <a:t>Método</a:t>
              </a:r>
            </a:p>
          </p:txBody>
        </p:sp>
        <p:sp>
          <p:nvSpPr>
            <p:cNvPr id="8" name="Chevron 17">
              <a:extLst>
                <a:ext uri="{FF2B5EF4-FFF2-40B4-BE49-F238E27FC236}">
                  <a16:creationId xmlns:a16="http://schemas.microsoft.com/office/drawing/2014/main" id="{3523A7D9-5A2C-0597-ED46-9978FCF699AB}"/>
                </a:ext>
              </a:extLst>
            </p:cNvPr>
            <p:cNvSpPr/>
            <p:nvPr/>
          </p:nvSpPr>
          <p:spPr bwMode="auto">
            <a:xfrm>
              <a:off x="23417688" y="-335768"/>
              <a:ext cx="933577" cy="990509"/>
            </a:xfrm>
            <a:prstGeom prst="chevron">
              <a:avLst>
                <a:gd name="adj" fmla="val 31818"/>
              </a:avLst>
            </a:prstGeom>
            <a:solidFill>
              <a:srgbClr val="FFFFFF">
                <a:lumMod val="85000"/>
                <a:alpha val="90000"/>
              </a:srgbClr>
            </a:solidFill>
            <a:ln>
              <a:noFill/>
            </a:ln>
            <a:effectLst/>
          </p:spPr>
          <p:txBody>
            <a:bodyPr wrap="square" lIns="91440" tIns="45715" rIns="0" bIns="45715" rtlCol="0" anchor="ctr">
              <a:noAutofit/>
            </a:bodyPr>
            <a:lstStyle/>
            <a:p>
              <a:pPr defTabSz="623853" rtl="0" fontAlgn="base">
                <a:spcBef>
                  <a:spcPts val="600"/>
                </a:spcBef>
                <a:spcAft>
                  <a:spcPts val="600"/>
                </a:spcAft>
                <a:buClr>
                  <a:srgbClr val="000000"/>
                </a:buClr>
                <a:defRPr/>
              </a:pPr>
              <a:r>
                <a:rPr kumimoji="0" lang="pt-BR" sz="2800" b="1" i="0" u="none" strike="noStrike" kern="1200" cap="none" spc="0" normalizeH="0" baseline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cs typeface="Times New Roman" pitchFamily="18" charset="0"/>
                </a:rPr>
                <a:t>Gestão</a:t>
              </a:r>
            </a:p>
          </p:txBody>
        </p:sp>
        <p:sp>
          <p:nvSpPr>
            <p:cNvPr id="9" name="Chevron 167">
              <a:extLst>
                <a:ext uri="{FF2B5EF4-FFF2-40B4-BE49-F238E27FC236}">
                  <a16:creationId xmlns:a16="http://schemas.microsoft.com/office/drawing/2014/main" id="{F0CABFD9-38DF-C118-1884-6098CF2A9383}"/>
                </a:ext>
              </a:extLst>
            </p:cNvPr>
            <p:cNvSpPr/>
            <p:nvPr/>
          </p:nvSpPr>
          <p:spPr bwMode="auto">
            <a:xfrm>
              <a:off x="20106079" y="-335768"/>
              <a:ext cx="816400" cy="990509"/>
            </a:xfrm>
            <a:prstGeom prst="homePlate">
              <a:avLst>
                <a:gd name="adj" fmla="val 32073"/>
              </a:avLst>
            </a:prstGeom>
            <a:solidFill>
              <a:srgbClr val="F48120">
                <a:alpha val="90000"/>
              </a:srgbClr>
            </a:solidFill>
            <a:ln>
              <a:noFill/>
            </a:ln>
            <a:effectLst/>
          </p:spPr>
          <p:txBody>
            <a:bodyPr wrap="square" lIns="91440" tIns="45715" rIns="0" bIns="45715" rtlCol="0" anchor="ctr">
              <a:noAutofit/>
            </a:bodyPr>
            <a:lstStyle/>
            <a:p>
              <a:pPr defTabSz="623853" rtl="0" fontAlgn="base">
                <a:spcBef>
                  <a:spcPts val="600"/>
                </a:spcBef>
                <a:spcAft>
                  <a:spcPts val="600"/>
                </a:spcAft>
                <a:buClr>
                  <a:srgbClr val="000000"/>
                </a:buClr>
              </a:pPr>
              <a:r>
                <a:rPr lang="pt-BR" sz="2800" b="1" kern="1200">
                  <a:solidFill>
                    <a:srgbClr val="FFFFFF"/>
                  </a:solidFill>
                  <a:latin typeface="Arial" charset="0"/>
                  <a:cs typeface="Times New Roman" pitchFamily="18" charset="0"/>
                </a:rPr>
                <a:t>Motivações</a:t>
              </a:r>
            </a:p>
          </p:txBody>
        </p:sp>
      </p:grpSp>
      <p:pic>
        <p:nvPicPr>
          <p:cNvPr id="12" name="Imagem 11" descr="Diagrama&#10;&#10;Descrição gerada automaticamente">
            <a:extLst>
              <a:ext uri="{FF2B5EF4-FFF2-40B4-BE49-F238E27FC236}">
                <a16:creationId xmlns:a16="http://schemas.microsoft.com/office/drawing/2014/main" id="{85783345-6C27-5CC1-9DFD-4B1DD0F48F6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61367" y="3192168"/>
            <a:ext cx="8793835" cy="7194956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13" name="CaixaDeTexto 12">
            <a:extLst>
              <a:ext uri="{FF2B5EF4-FFF2-40B4-BE49-F238E27FC236}">
                <a16:creationId xmlns:a16="http://schemas.microsoft.com/office/drawing/2014/main" id="{F87C8AE7-B407-5215-0A96-2EC400A4ACDD}"/>
              </a:ext>
            </a:extLst>
          </p:cNvPr>
          <p:cNvSpPr txBox="1"/>
          <p:nvPr/>
        </p:nvSpPr>
        <p:spPr>
          <a:xfrm>
            <a:off x="21541099" y="12847344"/>
            <a:ext cx="2858945" cy="1159932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71437" tIns="71437" rIns="71437" bIns="71437" numCol="1" spcCol="38100" rtlCol="0" anchor="ctr">
            <a:spAutoFit/>
          </a:bodyPr>
          <a:lstStyle/>
          <a:p>
            <a:pPr marL="0" marR="0" indent="0" algn="ctr" defTabSz="5842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pt-BR" sz="6600" b="1" i="0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Aharoni" panose="02010803020104030203" pitchFamily="2" charset="-79"/>
                <a:cs typeface="Aharoni" panose="02010803020104030203" pitchFamily="2" charset="-79"/>
                <a:sym typeface="Helvetica Light"/>
              </a:rPr>
              <a:t>1/2</a:t>
            </a:r>
            <a:endParaRPr kumimoji="0" lang="pt-BR" sz="5400" b="1" i="0" u="none" strike="noStrike" cap="none" spc="0" normalizeH="0" baseline="0" dirty="0">
              <a:ln>
                <a:noFill/>
              </a:ln>
              <a:solidFill>
                <a:schemeClr val="bg1"/>
              </a:solidFill>
              <a:effectLst/>
              <a:uFillTx/>
              <a:latin typeface="Aharoni" panose="02010803020104030203" pitchFamily="2" charset="-79"/>
              <a:cs typeface="Aharoni" panose="02010803020104030203" pitchFamily="2" charset="-79"/>
              <a:sym typeface="Helvetica Light"/>
            </a:endParaRPr>
          </a:p>
        </p:txBody>
      </p:sp>
    </p:spTree>
    <p:extLst>
      <p:ext uri="{BB962C8B-B14F-4D97-AF65-F5344CB8AC3E}">
        <p14:creationId xmlns:p14="http://schemas.microsoft.com/office/powerpoint/2010/main" val="12368282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59E42BCF-C4F3-431D-B5C6-E14B3F26BBC0}"/>
              </a:ext>
            </a:extLst>
          </p:cNvPr>
          <p:cNvSpPr/>
          <p:nvPr/>
        </p:nvSpPr>
        <p:spPr>
          <a:xfrm>
            <a:off x="-24063" y="-274320"/>
            <a:ext cx="24534857" cy="14264640"/>
          </a:xfrm>
          <a:prstGeom prst="rect">
            <a:avLst/>
          </a:prstGeom>
          <a:solidFill>
            <a:srgbClr val="192D49"/>
          </a:solidFill>
          <a:ln w="12700" cap="flat">
            <a:noFill/>
            <a:miter lim="400000"/>
          </a:ln>
          <a:effectLst>
            <a:outerShdw blurRad="50800" dist="25400" dir="5400000" rotWithShape="0">
              <a:srgbClr val="000000">
                <a:alpha val="5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71437" tIns="71437" rIns="71437" bIns="71437" numCol="1" spcCol="38100" rtlCol="0" anchor="ctr">
            <a:spAutoFit/>
          </a:bodyPr>
          <a:lstStyle/>
          <a:p>
            <a:pPr marL="0" marR="0" indent="0" algn="ctr" defTabSz="5842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pt-BR" sz="3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+mn-ea"/>
              <a:cs typeface="+mn-cs"/>
              <a:sym typeface="Helvetica Light"/>
            </a:endParaRPr>
          </a:p>
        </p:txBody>
      </p:sp>
      <p:sp>
        <p:nvSpPr>
          <p:cNvPr id="7" name="Google Shape;67;p14">
            <a:extLst>
              <a:ext uri="{FF2B5EF4-FFF2-40B4-BE49-F238E27FC236}">
                <a16:creationId xmlns:a16="http://schemas.microsoft.com/office/drawing/2014/main" id="{0F55BA43-0ECF-4708-8967-C676F5713FDA}"/>
              </a:ext>
            </a:extLst>
          </p:cNvPr>
          <p:cNvSpPr txBox="1"/>
          <p:nvPr/>
        </p:nvSpPr>
        <p:spPr>
          <a:xfrm>
            <a:off x="897855" y="1828803"/>
            <a:ext cx="22852481" cy="11863134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182850" tIns="182850" rIns="182850" bIns="182850" anchor="t" anchorCtr="0">
            <a:noAutofit/>
          </a:bodyPr>
          <a:lstStyle/>
          <a:p>
            <a:pPr algn="l">
              <a:spcBef>
                <a:spcPts val="1800"/>
              </a:spcBef>
            </a:pPr>
            <a:r>
              <a:rPr lang="pt-BR" sz="3800" dirty="0">
                <a:solidFill>
                  <a:schemeClr val="bg1"/>
                </a:solidFill>
                <a:latin typeface="Calibri"/>
                <a:ea typeface="Calibri" panose="020F0502020204030204" pitchFamily="34" charset="0"/>
                <a:cs typeface="Times New Roman"/>
              </a:rPr>
              <a:t>A implementação da Lei Geral de Proteção de Dados (LGPD) contribui na </a:t>
            </a:r>
            <a:r>
              <a:rPr lang="pt-BR" sz="3800" u="sng" dirty="0">
                <a:solidFill>
                  <a:schemeClr val="bg1"/>
                </a:solidFill>
                <a:latin typeface="Calibri"/>
                <a:ea typeface="Calibri" panose="020F0502020204030204" pitchFamily="34" charset="0"/>
                <a:cs typeface="Times New Roman"/>
              </a:rPr>
              <a:t>mudança de cultura</a:t>
            </a:r>
            <a:r>
              <a:rPr lang="pt-BR" sz="3800" dirty="0">
                <a:solidFill>
                  <a:schemeClr val="bg1"/>
                </a:solidFill>
                <a:latin typeface="Calibri"/>
                <a:ea typeface="Calibri" panose="020F0502020204030204" pitchFamily="34" charset="0"/>
                <a:cs typeface="Times New Roman"/>
              </a:rPr>
              <a:t> de privacidade e segurança em uma organização. Aqui estão alguns fatores de motivação mais relevantes:</a:t>
            </a:r>
          </a:p>
          <a:p>
            <a:pPr marL="342900" lvl="0" indent="-342900" algn="l">
              <a:spcBef>
                <a:spcPts val="3000"/>
              </a:spcBef>
              <a:buFont typeface="+mj-lt"/>
              <a:buAutoNum type="arabicPeriod"/>
            </a:pPr>
            <a:r>
              <a:rPr lang="pt-BR" sz="3800" b="1" dirty="0">
                <a:solidFill>
                  <a:srgbClr val="F4812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Risco de sanções e penalidades</a:t>
            </a:r>
            <a:r>
              <a:rPr lang="pt-BR" sz="38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: A LGPD impõe sanções e penalidades significativas para as organizações que não cumprem suas obrigações de proteção de dados, o que pode ser um forte fator motivador para desenvolvimento de uma cultura de privacidade e segurança de informações.</a:t>
            </a:r>
          </a:p>
          <a:p>
            <a:pPr marL="342900" lvl="0" indent="-342900" algn="l">
              <a:spcBef>
                <a:spcPts val="3000"/>
              </a:spcBef>
              <a:buFont typeface="+mj-lt"/>
              <a:buAutoNum type="arabicPeriod"/>
            </a:pPr>
            <a:r>
              <a:rPr lang="pt-BR" sz="3800" b="1" dirty="0">
                <a:solidFill>
                  <a:srgbClr val="F4812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Reputação da marca</a:t>
            </a:r>
            <a:r>
              <a:rPr lang="pt-BR" sz="38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: O não cumprimento da LGPD pode levar a violações de privacidade e perda de confiança dos clientes, o que pode ter um impacto negativo na reputação da marca. Isso pode motivar a melhorar a proteção de dados e garantir a confiança dos clientes.</a:t>
            </a:r>
            <a:endParaRPr lang="pt-BR" sz="3800" b="1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algn="l">
              <a:spcBef>
                <a:spcPts val="3000"/>
              </a:spcBef>
              <a:buFont typeface="+mj-lt"/>
              <a:buAutoNum type="arabicPeriod"/>
            </a:pPr>
            <a:r>
              <a:rPr lang="pt-BR" sz="3800" b="1" dirty="0">
                <a:solidFill>
                  <a:srgbClr val="F4812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Pressão do mercado</a:t>
            </a:r>
            <a:r>
              <a:rPr lang="pt-BR" sz="38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: Os clientes e parceiros de negócios podem exigir que as organizações cumpram as regulamentações de proteção de dados em toda a cadeia de valor.</a:t>
            </a:r>
          </a:p>
          <a:p>
            <a:pPr marL="342900" lvl="0" indent="-342900" algn="l">
              <a:spcBef>
                <a:spcPts val="3000"/>
              </a:spcBef>
              <a:buFont typeface="+mj-lt"/>
              <a:buAutoNum type="arabicPeriod"/>
            </a:pPr>
            <a:r>
              <a:rPr lang="pt-BR" sz="3800" b="1" dirty="0">
                <a:solidFill>
                  <a:srgbClr val="F4812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Oportunidades de negócios</a:t>
            </a:r>
            <a:r>
              <a:rPr lang="pt-BR" sz="38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: A implementação da LGPD pode oferecer oportunidades de negócios para organizações que fornecem soluções de proteção de dados.</a:t>
            </a:r>
          </a:p>
          <a:p>
            <a:pPr marL="342900" lvl="0" indent="-342900" algn="l">
              <a:spcBef>
                <a:spcPts val="3000"/>
              </a:spcBef>
              <a:buFont typeface="+mj-lt"/>
              <a:buAutoNum type="arabicPeriod"/>
            </a:pPr>
            <a:r>
              <a:rPr lang="pt-BR" sz="3800" b="1" dirty="0">
                <a:solidFill>
                  <a:srgbClr val="F4812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Aumento da conscientização</a:t>
            </a:r>
            <a:r>
              <a:rPr lang="pt-BR" sz="38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: A implementação da LGPD pode levar a um aumento da conscientização sobre a importância da proteção de dados, o que pode estimular a mudança de mentalidade nas organizações que antes não valorizavam a proteção de dados e geração de evidências.</a:t>
            </a:r>
          </a:p>
          <a:p>
            <a:pPr marL="342900" lvl="0" indent="-342900" algn="l">
              <a:spcBef>
                <a:spcPts val="1800"/>
              </a:spcBef>
              <a:buFont typeface="+mj-lt"/>
              <a:buAutoNum type="arabicPeriod"/>
            </a:pPr>
            <a:endParaRPr lang="pt-BR" sz="38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Google Shape;67;p14">
            <a:extLst>
              <a:ext uri="{FF2B5EF4-FFF2-40B4-BE49-F238E27FC236}">
                <a16:creationId xmlns:a16="http://schemas.microsoft.com/office/drawing/2014/main" id="{A17C801A-4881-954C-8763-7E58A3A78257}"/>
              </a:ext>
            </a:extLst>
          </p:cNvPr>
          <p:cNvSpPr txBox="1"/>
          <p:nvPr/>
        </p:nvSpPr>
        <p:spPr>
          <a:xfrm>
            <a:off x="897856" y="512780"/>
            <a:ext cx="17955738" cy="1476788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182850" tIns="182850" rIns="182850" bIns="182850" anchor="t" anchorCtr="0">
            <a:noAutofit/>
          </a:bodyPr>
          <a:lstStyle/>
          <a:p>
            <a:pPr algn="l"/>
            <a:r>
              <a:rPr lang="pt-BR" sz="7200" dirty="0">
                <a:solidFill>
                  <a:srgbClr val="F48120"/>
                </a:solidFill>
                <a:latin typeface="Metropolis Black"/>
                <a:ea typeface="Exo"/>
                <a:cs typeface="Exo"/>
                <a:sym typeface="Exo"/>
              </a:rPr>
              <a:t>MOTIVAÇÕES</a:t>
            </a:r>
            <a:endParaRPr lang="pt-BR" sz="7200" dirty="0">
              <a:solidFill>
                <a:srgbClr val="FF0000"/>
              </a:solidFill>
              <a:latin typeface="Metropolis Black" panose="00000A00000000000000" pitchFamily="50" charset="0"/>
              <a:ea typeface="Exo"/>
              <a:cs typeface="Exo"/>
            </a:endParaRPr>
          </a:p>
        </p:txBody>
      </p:sp>
      <p:grpSp>
        <p:nvGrpSpPr>
          <p:cNvPr id="10" name="Agrupar 9">
            <a:extLst>
              <a:ext uri="{FF2B5EF4-FFF2-40B4-BE49-F238E27FC236}">
                <a16:creationId xmlns:a16="http://schemas.microsoft.com/office/drawing/2014/main" id="{F2AADED3-4DDD-4E3C-E972-BAA27C3EBF9B}"/>
              </a:ext>
            </a:extLst>
          </p:cNvPr>
          <p:cNvGrpSpPr/>
          <p:nvPr/>
        </p:nvGrpSpPr>
        <p:grpSpPr>
          <a:xfrm>
            <a:off x="10916537" y="25177"/>
            <a:ext cx="13434657" cy="1033600"/>
            <a:chOff x="20106079" y="-335768"/>
            <a:chExt cx="4245186" cy="990509"/>
          </a:xfrm>
        </p:grpSpPr>
        <p:sp>
          <p:nvSpPr>
            <p:cNvPr id="3" name="Chevron 10">
              <a:extLst>
                <a:ext uri="{FF2B5EF4-FFF2-40B4-BE49-F238E27FC236}">
                  <a16:creationId xmlns:a16="http://schemas.microsoft.com/office/drawing/2014/main" id="{10DB35BA-B3F8-F239-1FC9-F92A8884207A}"/>
                </a:ext>
              </a:extLst>
            </p:cNvPr>
            <p:cNvSpPr/>
            <p:nvPr/>
          </p:nvSpPr>
          <p:spPr bwMode="auto">
            <a:xfrm>
              <a:off x="20844236" y="-335768"/>
              <a:ext cx="933577" cy="990509"/>
            </a:xfrm>
            <a:prstGeom prst="chevron">
              <a:avLst>
                <a:gd name="adj" fmla="val 31818"/>
              </a:avLst>
            </a:prstGeom>
            <a:solidFill>
              <a:srgbClr val="FFFFFF">
                <a:lumMod val="85000"/>
                <a:alpha val="90000"/>
              </a:srgbClr>
            </a:solidFill>
            <a:ln>
              <a:noFill/>
            </a:ln>
            <a:effectLst/>
          </p:spPr>
          <p:txBody>
            <a:bodyPr wrap="square" lIns="91440" tIns="45715" rIns="0" bIns="45715" rtlCol="0" anchor="ctr">
              <a:noAutofit/>
            </a:bodyPr>
            <a:lstStyle/>
            <a:p>
              <a:pPr marL="0" marR="0" lvl="0" indent="0" defTabSz="623853" rtl="0" eaLnBrk="1" fontAlgn="base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r>
                <a:rPr kumimoji="0" lang="pt-BR" sz="2800" b="1" i="0" u="none" strike="noStrike" kern="1200" cap="none" spc="0" normalizeH="0" baseline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cs typeface="Times New Roman" pitchFamily="18" charset="0"/>
                </a:rPr>
                <a:t>Desafios</a:t>
              </a:r>
            </a:p>
          </p:txBody>
        </p:sp>
        <p:sp>
          <p:nvSpPr>
            <p:cNvPr id="4" name="Chevron 12">
              <a:extLst>
                <a:ext uri="{FF2B5EF4-FFF2-40B4-BE49-F238E27FC236}">
                  <a16:creationId xmlns:a16="http://schemas.microsoft.com/office/drawing/2014/main" id="{BFC7F5DA-6DDC-CB35-D075-8C2193BBAB48}"/>
                </a:ext>
              </a:extLst>
            </p:cNvPr>
            <p:cNvSpPr/>
            <p:nvPr/>
          </p:nvSpPr>
          <p:spPr bwMode="auto">
            <a:xfrm>
              <a:off x="21699520" y="-335768"/>
              <a:ext cx="933577" cy="990509"/>
            </a:xfrm>
            <a:prstGeom prst="chevron">
              <a:avLst>
                <a:gd name="adj" fmla="val 31818"/>
              </a:avLst>
            </a:prstGeom>
            <a:solidFill>
              <a:srgbClr val="FFFFFF">
                <a:lumMod val="85000"/>
                <a:alpha val="90000"/>
              </a:srgbClr>
            </a:solidFill>
            <a:ln>
              <a:noFill/>
            </a:ln>
            <a:effectLst/>
          </p:spPr>
          <p:txBody>
            <a:bodyPr wrap="square" lIns="91440" tIns="45715" rIns="0" bIns="45715" rtlCol="0" anchor="ctr">
              <a:noAutofit/>
            </a:bodyPr>
            <a:lstStyle/>
            <a:p>
              <a:pPr marL="0" marR="0" lvl="0" indent="0" defTabSz="623853" rtl="0" eaLnBrk="1" fontAlgn="base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r>
                <a:rPr kumimoji="0" lang="pt-BR" sz="2800" b="1" i="0" u="none" strike="noStrike" kern="1200" cap="none" spc="0" normalizeH="0" baseline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cs typeface="Times New Roman" pitchFamily="18" charset="0"/>
                </a:rPr>
                <a:t>Abrangência</a:t>
              </a:r>
            </a:p>
          </p:txBody>
        </p:sp>
        <p:sp>
          <p:nvSpPr>
            <p:cNvPr id="6" name="Chevron 14">
              <a:extLst>
                <a:ext uri="{FF2B5EF4-FFF2-40B4-BE49-F238E27FC236}">
                  <a16:creationId xmlns:a16="http://schemas.microsoft.com/office/drawing/2014/main" id="{F0255A4B-F265-1A94-D0D4-DF7EA0AB46FF}"/>
                </a:ext>
              </a:extLst>
            </p:cNvPr>
            <p:cNvSpPr/>
            <p:nvPr/>
          </p:nvSpPr>
          <p:spPr bwMode="auto">
            <a:xfrm>
              <a:off x="22562405" y="-335768"/>
              <a:ext cx="933577" cy="990509"/>
            </a:xfrm>
            <a:prstGeom prst="chevron">
              <a:avLst>
                <a:gd name="adj" fmla="val 31818"/>
              </a:avLst>
            </a:prstGeom>
            <a:solidFill>
              <a:srgbClr val="FFFFFF">
                <a:lumMod val="85000"/>
                <a:alpha val="90000"/>
              </a:srgbClr>
            </a:solidFill>
            <a:ln>
              <a:noFill/>
            </a:ln>
            <a:effectLst/>
          </p:spPr>
          <p:txBody>
            <a:bodyPr wrap="square" lIns="91440" tIns="45715" rIns="0" bIns="45715" rtlCol="0" anchor="ctr">
              <a:noAutofit/>
            </a:bodyPr>
            <a:lstStyle/>
            <a:p>
              <a:pPr marL="0" marR="0" lvl="0" indent="0" defTabSz="623853" rtl="0" eaLnBrk="1" fontAlgn="base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r>
                <a:rPr kumimoji="0" lang="pt-BR" sz="2800" b="1" i="0" u="none" strike="noStrike" kern="1200" cap="none" spc="0" normalizeH="0" baseline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cs typeface="Times New Roman" pitchFamily="18" charset="0"/>
                </a:rPr>
                <a:t>Método</a:t>
              </a:r>
            </a:p>
          </p:txBody>
        </p:sp>
        <p:sp>
          <p:nvSpPr>
            <p:cNvPr id="8" name="Chevron 17">
              <a:extLst>
                <a:ext uri="{FF2B5EF4-FFF2-40B4-BE49-F238E27FC236}">
                  <a16:creationId xmlns:a16="http://schemas.microsoft.com/office/drawing/2014/main" id="{3523A7D9-5A2C-0597-ED46-9978FCF699AB}"/>
                </a:ext>
              </a:extLst>
            </p:cNvPr>
            <p:cNvSpPr/>
            <p:nvPr/>
          </p:nvSpPr>
          <p:spPr bwMode="auto">
            <a:xfrm>
              <a:off x="23417688" y="-335768"/>
              <a:ext cx="933577" cy="990509"/>
            </a:xfrm>
            <a:prstGeom prst="chevron">
              <a:avLst>
                <a:gd name="adj" fmla="val 31818"/>
              </a:avLst>
            </a:prstGeom>
            <a:solidFill>
              <a:srgbClr val="FFFFFF">
                <a:lumMod val="85000"/>
                <a:alpha val="90000"/>
              </a:srgbClr>
            </a:solidFill>
            <a:ln>
              <a:noFill/>
            </a:ln>
            <a:effectLst/>
          </p:spPr>
          <p:txBody>
            <a:bodyPr wrap="square" lIns="91440" tIns="45715" rIns="0" bIns="45715" rtlCol="0" anchor="ctr">
              <a:noAutofit/>
            </a:bodyPr>
            <a:lstStyle/>
            <a:p>
              <a:pPr defTabSz="623853" rtl="0" fontAlgn="base">
                <a:spcBef>
                  <a:spcPts val="600"/>
                </a:spcBef>
                <a:spcAft>
                  <a:spcPts val="600"/>
                </a:spcAft>
                <a:buClr>
                  <a:srgbClr val="000000"/>
                </a:buClr>
                <a:defRPr/>
              </a:pPr>
              <a:r>
                <a:rPr kumimoji="0" lang="pt-BR" sz="2800" b="1" i="0" u="none" strike="noStrike" kern="1200" cap="none" spc="0" normalizeH="0" baseline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cs typeface="Times New Roman" pitchFamily="18" charset="0"/>
                </a:rPr>
                <a:t>Gestão</a:t>
              </a:r>
            </a:p>
          </p:txBody>
        </p:sp>
        <p:sp>
          <p:nvSpPr>
            <p:cNvPr id="9" name="Chevron 167">
              <a:extLst>
                <a:ext uri="{FF2B5EF4-FFF2-40B4-BE49-F238E27FC236}">
                  <a16:creationId xmlns:a16="http://schemas.microsoft.com/office/drawing/2014/main" id="{F0CABFD9-38DF-C118-1884-6098CF2A9383}"/>
                </a:ext>
              </a:extLst>
            </p:cNvPr>
            <p:cNvSpPr/>
            <p:nvPr/>
          </p:nvSpPr>
          <p:spPr bwMode="auto">
            <a:xfrm>
              <a:off x="20106079" y="-335768"/>
              <a:ext cx="816400" cy="990509"/>
            </a:xfrm>
            <a:prstGeom prst="homePlate">
              <a:avLst>
                <a:gd name="adj" fmla="val 32073"/>
              </a:avLst>
            </a:prstGeom>
            <a:solidFill>
              <a:srgbClr val="F48120">
                <a:alpha val="90000"/>
              </a:srgbClr>
            </a:solidFill>
            <a:ln>
              <a:noFill/>
            </a:ln>
            <a:effectLst/>
          </p:spPr>
          <p:txBody>
            <a:bodyPr wrap="square" lIns="91440" tIns="45715" rIns="0" bIns="45715" rtlCol="0" anchor="ctr">
              <a:noAutofit/>
            </a:bodyPr>
            <a:lstStyle/>
            <a:p>
              <a:pPr defTabSz="623853" rtl="0" fontAlgn="base">
                <a:spcBef>
                  <a:spcPts val="600"/>
                </a:spcBef>
                <a:spcAft>
                  <a:spcPts val="600"/>
                </a:spcAft>
                <a:buClr>
                  <a:srgbClr val="000000"/>
                </a:buClr>
              </a:pPr>
              <a:r>
                <a:rPr lang="pt-BR" sz="2800" b="1" kern="1200">
                  <a:solidFill>
                    <a:srgbClr val="FFFFFF"/>
                  </a:solidFill>
                  <a:latin typeface="Arial" charset="0"/>
                  <a:cs typeface="Times New Roman" pitchFamily="18" charset="0"/>
                </a:rPr>
                <a:t>Motivações</a:t>
              </a:r>
            </a:p>
          </p:txBody>
        </p:sp>
      </p:grp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60FA3962-745D-1D9F-628F-F4BE322D6B5B}"/>
              </a:ext>
            </a:extLst>
          </p:cNvPr>
          <p:cNvSpPr txBox="1"/>
          <p:nvPr/>
        </p:nvSpPr>
        <p:spPr>
          <a:xfrm>
            <a:off x="21541099" y="12847344"/>
            <a:ext cx="2858945" cy="1159932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71437" tIns="71437" rIns="71437" bIns="71437" numCol="1" spcCol="38100" rtlCol="0" anchor="ctr">
            <a:spAutoFit/>
          </a:bodyPr>
          <a:lstStyle/>
          <a:p>
            <a:pPr marL="0" marR="0" indent="0" algn="ctr" defTabSz="5842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pt-BR" sz="6600" b="1" i="0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Aharoni" panose="02010803020104030203" pitchFamily="2" charset="-79"/>
                <a:cs typeface="Aharoni" panose="02010803020104030203" pitchFamily="2" charset="-79"/>
                <a:sym typeface="Helvetica Light"/>
              </a:rPr>
              <a:t>2/2</a:t>
            </a:r>
            <a:endParaRPr kumimoji="0" lang="pt-BR" sz="5400" b="1" i="0" u="none" strike="noStrike" cap="none" spc="0" normalizeH="0" baseline="0" dirty="0">
              <a:ln>
                <a:noFill/>
              </a:ln>
              <a:solidFill>
                <a:schemeClr val="bg1"/>
              </a:solidFill>
              <a:effectLst/>
              <a:uFillTx/>
              <a:latin typeface="Aharoni" panose="02010803020104030203" pitchFamily="2" charset="-79"/>
              <a:cs typeface="Aharoni" panose="02010803020104030203" pitchFamily="2" charset="-79"/>
              <a:sym typeface="Helvetica Light"/>
            </a:endParaRPr>
          </a:p>
        </p:txBody>
      </p:sp>
    </p:spTree>
    <p:extLst>
      <p:ext uri="{BB962C8B-B14F-4D97-AF65-F5344CB8AC3E}">
        <p14:creationId xmlns:p14="http://schemas.microsoft.com/office/powerpoint/2010/main" val="23582464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59E42BCF-C4F3-431D-B5C6-E14B3F26BBC0}"/>
              </a:ext>
            </a:extLst>
          </p:cNvPr>
          <p:cNvSpPr/>
          <p:nvPr/>
        </p:nvSpPr>
        <p:spPr>
          <a:xfrm>
            <a:off x="-24063" y="-274320"/>
            <a:ext cx="24534857" cy="14264640"/>
          </a:xfrm>
          <a:prstGeom prst="rect">
            <a:avLst/>
          </a:prstGeom>
          <a:solidFill>
            <a:srgbClr val="192D49"/>
          </a:solidFill>
          <a:ln w="12700" cap="flat">
            <a:noFill/>
            <a:miter lim="400000"/>
          </a:ln>
          <a:effectLst>
            <a:outerShdw blurRad="50800" dist="25400" dir="5400000" rotWithShape="0">
              <a:srgbClr val="000000">
                <a:alpha val="5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71437" tIns="71437" rIns="71437" bIns="71437" numCol="1" spcCol="38100" rtlCol="0" anchor="ctr">
            <a:spAutoFit/>
          </a:bodyPr>
          <a:lstStyle/>
          <a:p>
            <a:pPr marL="0" marR="0" indent="0" algn="ctr" defTabSz="5842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pt-BR" sz="3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+mn-ea"/>
              <a:cs typeface="+mn-cs"/>
              <a:sym typeface="Helvetica Light"/>
            </a:endParaRPr>
          </a:p>
        </p:txBody>
      </p:sp>
      <p:sp>
        <p:nvSpPr>
          <p:cNvPr id="7" name="Google Shape;67;p14">
            <a:extLst>
              <a:ext uri="{FF2B5EF4-FFF2-40B4-BE49-F238E27FC236}">
                <a16:creationId xmlns:a16="http://schemas.microsoft.com/office/drawing/2014/main" id="{0F55BA43-0ECF-4708-8967-C676F5713FDA}"/>
              </a:ext>
            </a:extLst>
          </p:cNvPr>
          <p:cNvSpPr txBox="1"/>
          <p:nvPr/>
        </p:nvSpPr>
        <p:spPr>
          <a:xfrm>
            <a:off x="897855" y="1684424"/>
            <a:ext cx="23020923" cy="12305895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182850" tIns="182850" rIns="182850" bIns="182850" anchor="t" anchorCtr="0">
            <a:noAutofit/>
          </a:bodyPr>
          <a:lstStyle/>
          <a:p>
            <a:pPr algn="l">
              <a:spcBef>
                <a:spcPts val="1800"/>
              </a:spcBef>
            </a:pPr>
            <a:r>
              <a:rPr lang="pt-BR" sz="4200" dirty="0">
                <a:solidFill>
                  <a:schemeClr val="bg1"/>
                </a:solidFill>
                <a:latin typeface="Calibri"/>
                <a:ea typeface="Calibri" panose="020F0502020204030204" pitchFamily="34" charset="0"/>
                <a:cs typeface="Times New Roman"/>
              </a:rPr>
              <a:t>A sensibilização</a:t>
            </a:r>
            <a:r>
              <a:rPr lang="pt-BR" sz="4200" dirty="0">
                <a:solidFill>
                  <a:srgbClr val="FF0000"/>
                </a:solidFill>
                <a:latin typeface="Calibri"/>
                <a:ea typeface="Calibri" panose="020F0502020204030204" pitchFamily="34" charset="0"/>
                <a:cs typeface="Times New Roman"/>
              </a:rPr>
              <a:t> </a:t>
            </a:r>
            <a:r>
              <a:rPr lang="pt-BR" sz="4200" dirty="0">
                <a:solidFill>
                  <a:schemeClr val="bg1"/>
                </a:solidFill>
                <a:latin typeface="Calibri"/>
                <a:ea typeface="Calibri" panose="020F0502020204030204" pitchFamily="34" charset="0"/>
                <a:cs typeface="Times New Roman"/>
              </a:rPr>
              <a:t>sobre a importância e implementação da LGPD pode apresentar alguns desafios, tais como:</a:t>
            </a:r>
          </a:p>
          <a:p>
            <a:pPr marL="742950" lvl="0" indent="-742950" algn="l">
              <a:spcBef>
                <a:spcPts val="3000"/>
              </a:spcBef>
              <a:buFont typeface="+mj-lt"/>
              <a:buAutoNum type="arabicPeriod"/>
            </a:pPr>
            <a:r>
              <a:rPr lang="pt-BR" sz="4200" b="1" dirty="0">
                <a:solidFill>
                  <a:srgbClr val="F4812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Falta de conhecimento</a:t>
            </a:r>
            <a:r>
              <a:rPr lang="pt-BR" sz="4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: Muitas pessoas ainda não sabem o que é a LGPD e como ela pode impactar suas vidas pessoais e profissionais.</a:t>
            </a:r>
          </a:p>
          <a:p>
            <a:pPr marL="742950" lvl="0" indent="-742950" algn="l">
              <a:spcBef>
                <a:spcPts val="3000"/>
              </a:spcBef>
              <a:buFont typeface="+mj-lt"/>
              <a:buAutoNum type="arabicPeriod"/>
            </a:pPr>
            <a:r>
              <a:rPr lang="pt-BR" sz="4200" b="1" dirty="0">
                <a:solidFill>
                  <a:srgbClr val="F4812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Resistência à mudança</a:t>
            </a:r>
            <a:r>
              <a:rPr lang="pt-BR" sz="4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: A implementação da LGPD requer mudanças significativas nas políticas e procedimentos organizacionais.</a:t>
            </a:r>
          </a:p>
          <a:p>
            <a:pPr marL="742950" lvl="0" indent="-742950" algn="l">
              <a:spcBef>
                <a:spcPts val="3000"/>
              </a:spcBef>
              <a:buFont typeface="+mj-lt"/>
              <a:buAutoNum type="arabicPeriod"/>
            </a:pPr>
            <a:r>
              <a:rPr lang="pt-BR" sz="4200" b="1" dirty="0">
                <a:solidFill>
                  <a:srgbClr val="F4812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Complexidade da legislação</a:t>
            </a:r>
            <a:r>
              <a:rPr lang="pt-BR" sz="4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: A complexidade da lei pode tornar difícil para as empresas e os indivíduos entenderem exatamente o que precisam fazer para se adequar às normas.</a:t>
            </a:r>
          </a:p>
          <a:p>
            <a:pPr marL="742950" lvl="0" indent="-742950" algn="l">
              <a:spcBef>
                <a:spcPts val="3000"/>
              </a:spcBef>
              <a:buFont typeface="+mj-lt"/>
              <a:buAutoNum type="arabicPeriod"/>
            </a:pPr>
            <a:r>
              <a:rPr lang="pt-BR" sz="4200" b="1" dirty="0">
                <a:solidFill>
                  <a:srgbClr val="F4812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Falta de recursos humanos</a:t>
            </a:r>
            <a:r>
              <a:rPr lang="pt-BR" sz="4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: A LGPD pode exigir um aumento no número de profissionais com habilidades específicas para lidar com a proteção de dados pessoais. </a:t>
            </a:r>
          </a:p>
          <a:p>
            <a:pPr marL="742950" lvl="0" indent="-742950" algn="l">
              <a:spcBef>
                <a:spcPts val="3000"/>
              </a:spcBef>
              <a:buFont typeface="+mj-lt"/>
              <a:buAutoNum type="arabicPeriod"/>
            </a:pPr>
            <a:r>
              <a:rPr lang="pt-BR" sz="4200" b="1" dirty="0">
                <a:solidFill>
                  <a:srgbClr val="F4812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Desafios técnicos</a:t>
            </a:r>
            <a:r>
              <a:rPr lang="pt-BR" sz="4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: A LGPD exige a implementação de medidas técnicas de segurança para proteger os dados pessoais. </a:t>
            </a:r>
          </a:p>
          <a:p>
            <a:pPr marL="742950" lvl="0" indent="-742950" algn="l">
              <a:spcBef>
                <a:spcPts val="3000"/>
              </a:spcBef>
              <a:buFont typeface="+mj-lt"/>
              <a:buAutoNum type="arabicPeriod"/>
            </a:pPr>
            <a:r>
              <a:rPr lang="pt-BR" sz="4200" b="1" dirty="0">
                <a:solidFill>
                  <a:srgbClr val="F4812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Mudança de prioridades</a:t>
            </a:r>
            <a:r>
              <a:rPr lang="pt-BR" sz="4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: Muitas empresas possuem outras prioridades mais relevantes que a implementação da LGPD e processo de conscientização.</a:t>
            </a:r>
          </a:p>
        </p:txBody>
      </p:sp>
      <p:sp>
        <p:nvSpPr>
          <p:cNvPr id="3" name="Google Shape;67;p14">
            <a:extLst>
              <a:ext uri="{FF2B5EF4-FFF2-40B4-BE49-F238E27FC236}">
                <a16:creationId xmlns:a16="http://schemas.microsoft.com/office/drawing/2014/main" id="{284D1B1A-4CAA-6E18-30FD-6A32579818FB}"/>
              </a:ext>
            </a:extLst>
          </p:cNvPr>
          <p:cNvSpPr txBox="1"/>
          <p:nvPr/>
        </p:nvSpPr>
        <p:spPr>
          <a:xfrm>
            <a:off x="897856" y="512780"/>
            <a:ext cx="17955738" cy="1476788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182850" tIns="182850" rIns="182850" bIns="182850" anchor="t" anchorCtr="0">
            <a:noAutofit/>
          </a:bodyPr>
          <a:lstStyle/>
          <a:p>
            <a:pPr lvl="0" algn="l"/>
            <a:r>
              <a:rPr lang="pt-BR" sz="7200" dirty="0">
                <a:solidFill>
                  <a:srgbClr val="F48120"/>
                </a:solidFill>
                <a:latin typeface="Metropolis Black" panose="00000A00000000000000" pitchFamily="50" charset="0"/>
                <a:ea typeface="Exo"/>
                <a:cs typeface="Exo"/>
                <a:sym typeface="Exo"/>
              </a:rPr>
              <a:t>DESAFIOS</a:t>
            </a:r>
          </a:p>
        </p:txBody>
      </p:sp>
      <p:grpSp>
        <p:nvGrpSpPr>
          <p:cNvPr id="4" name="Agrupar 3">
            <a:extLst>
              <a:ext uri="{FF2B5EF4-FFF2-40B4-BE49-F238E27FC236}">
                <a16:creationId xmlns:a16="http://schemas.microsoft.com/office/drawing/2014/main" id="{184CAA13-EDAC-C760-CF1A-0FEA65A869CC}"/>
              </a:ext>
            </a:extLst>
          </p:cNvPr>
          <p:cNvGrpSpPr/>
          <p:nvPr/>
        </p:nvGrpSpPr>
        <p:grpSpPr>
          <a:xfrm>
            <a:off x="10916537" y="25177"/>
            <a:ext cx="13434657" cy="1033600"/>
            <a:chOff x="20106079" y="-335768"/>
            <a:chExt cx="4245186" cy="990509"/>
          </a:xfrm>
        </p:grpSpPr>
        <p:sp>
          <p:nvSpPr>
            <p:cNvPr id="5" name="Chevron 10">
              <a:extLst>
                <a:ext uri="{FF2B5EF4-FFF2-40B4-BE49-F238E27FC236}">
                  <a16:creationId xmlns:a16="http://schemas.microsoft.com/office/drawing/2014/main" id="{E48A39BB-F0B7-3E39-62DA-722DF5E0256C}"/>
                </a:ext>
              </a:extLst>
            </p:cNvPr>
            <p:cNvSpPr/>
            <p:nvPr/>
          </p:nvSpPr>
          <p:spPr bwMode="auto">
            <a:xfrm>
              <a:off x="20844236" y="-335768"/>
              <a:ext cx="933577" cy="990509"/>
            </a:xfrm>
            <a:prstGeom prst="chevron">
              <a:avLst>
                <a:gd name="adj" fmla="val 31818"/>
              </a:avLst>
            </a:prstGeom>
            <a:solidFill>
              <a:srgbClr val="F48120">
                <a:alpha val="90000"/>
              </a:srgbClr>
            </a:solidFill>
            <a:ln>
              <a:noFill/>
            </a:ln>
            <a:effectLst/>
          </p:spPr>
          <p:txBody>
            <a:bodyPr wrap="square" lIns="91440" tIns="45715" rIns="0" bIns="45715" rtlCol="0" anchor="ctr">
              <a:noAutofit/>
            </a:bodyPr>
            <a:lstStyle/>
            <a:p>
              <a:pPr defTabSz="623853" rtl="0" fontAlgn="base">
                <a:spcBef>
                  <a:spcPts val="600"/>
                </a:spcBef>
                <a:spcAft>
                  <a:spcPts val="600"/>
                </a:spcAft>
                <a:buClr>
                  <a:srgbClr val="000000"/>
                </a:buClr>
              </a:pPr>
              <a:r>
                <a:rPr lang="pt-BR" sz="2800" b="1" kern="1200">
                  <a:solidFill>
                    <a:srgbClr val="FFFFFF"/>
                  </a:solidFill>
                  <a:latin typeface="Arial" charset="0"/>
                  <a:cs typeface="Times New Roman" pitchFamily="18" charset="0"/>
                </a:rPr>
                <a:t>Desafios</a:t>
              </a:r>
            </a:p>
          </p:txBody>
        </p:sp>
        <p:sp>
          <p:nvSpPr>
            <p:cNvPr id="6" name="Chevron 12">
              <a:extLst>
                <a:ext uri="{FF2B5EF4-FFF2-40B4-BE49-F238E27FC236}">
                  <a16:creationId xmlns:a16="http://schemas.microsoft.com/office/drawing/2014/main" id="{D5D5C219-4DE5-D0FE-EF60-3A8D88E00C3B}"/>
                </a:ext>
              </a:extLst>
            </p:cNvPr>
            <p:cNvSpPr/>
            <p:nvPr/>
          </p:nvSpPr>
          <p:spPr bwMode="auto">
            <a:xfrm>
              <a:off x="21699520" y="-335768"/>
              <a:ext cx="933577" cy="990509"/>
            </a:xfrm>
            <a:prstGeom prst="chevron">
              <a:avLst>
                <a:gd name="adj" fmla="val 31818"/>
              </a:avLst>
            </a:prstGeom>
            <a:solidFill>
              <a:srgbClr val="FFFFFF">
                <a:lumMod val="85000"/>
                <a:alpha val="90000"/>
              </a:srgbClr>
            </a:solidFill>
            <a:ln>
              <a:noFill/>
            </a:ln>
            <a:effectLst/>
          </p:spPr>
          <p:txBody>
            <a:bodyPr wrap="square" lIns="91440" tIns="45715" rIns="0" bIns="45715" rtlCol="0" anchor="ctr">
              <a:noAutofit/>
            </a:bodyPr>
            <a:lstStyle/>
            <a:p>
              <a:pPr marL="0" marR="0" lvl="0" indent="0" defTabSz="623853" rtl="0" eaLnBrk="1" fontAlgn="base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r>
                <a:rPr kumimoji="0" lang="pt-BR" sz="2800" b="1" i="0" u="none" strike="noStrike" kern="1200" cap="none" spc="0" normalizeH="0" baseline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cs typeface="Times New Roman" pitchFamily="18" charset="0"/>
                </a:rPr>
                <a:t>Abrangência</a:t>
              </a:r>
            </a:p>
          </p:txBody>
        </p:sp>
        <p:sp>
          <p:nvSpPr>
            <p:cNvPr id="8" name="Chevron 14">
              <a:extLst>
                <a:ext uri="{FF2B5EF4-FFF2-40B4-BE49-F238E27FC236}">
                  <a16:creationId xmlns:a16="http://schemas.microsoft.com/office/drawing/2014/main" id="{474E0460-C877-EFDB-9364-A79E3E5469EA}"/>
                </a:ext>
              </a:extLst>
            </p:cNvPr>
            <p:cNvSpPr/>
            <p:nvPr/>
          </p:nvSpPr>
          <p:spPr bwMode="auto">
            <a:xfrm>
              <a:off x="22562405" y="-335768"/>
              <a:ext cx="933577" cy="990509"/>
            </a:xfrm>
            <a:prstGeom prst="chevron">
              <a:avLst>
                <a:gd name="adj" fmla="val 31818"/>
              </a:avLst>
            </a:prstGeom>
            <a:solidFill>
              <a:srgbClr val="FFFFFF">
                <a:lumMod val="85000"/>
                <a:alpha val="90000"/>
              </a:srgbClr>
            </a:solidFill>
            <a:ln>
              <a:noFill/>
            </a:ln>
            <a:effectLst/>
          </p:spPr>
          <p:txBody>
            <a:bodyPr wrap="square" lIns="91440" tIns="45715" rIns="0" bIns="45715" rtlCol="0" anchor="ctr">
              <a:noAutofit/>
            </a:bodyPr>
            <a:lstStyle/>
            <a:p>
              <a:pPr marL="0" marR="0" lvl="0" indent="0" defTabSz="623853" rtl="0" eaLnBrk="1" fontAlgn="base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r>
                <a:rPr kumimoji="0" lang="pt-BR" sz="2800" b="1" i="0" u="none" strike="noStrike" kern="1200" cap="none" spc="0" normalizeH="0" baseline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cs typeface="Times New Roman" pitchFamily="18" charset="0"/>
                </a:rPr>
                <a:t>Método</a:t>
              </a:r>
            </a:p>
          </p:txBody>
        </p:sp>
        <p:sp>
          <p:nvSpPr>
            <p:cNvPr id="9" name="Chevron 17">
              <a:extLst>
                <a:ext uri="{FF2B5EF4-FFF2-40B4-BE49-F238E27FC236}">
                  <a16:creationId xmlns:a16="http://schemas.microsoft.com/office/drawing/2014/main" id="{AB4DC203-E9A8-82A2-54EC-7FA34A41DA10}"/>
                </a:ext>
              </a:extLst>
            </p:cNvPr>
            <p:cNvSpPr/>
            <p:nvPr/>
          </p:nvSpPr>
          <p:spPr bwMode="auto">
            <a:xfrm>
              <a:off x="23417688" y="-335768"/>
              <a:ext cx="933577" cy="990509"/>
            </a:xfrm>
            <a:prstGeom prst="chevron">
              <a:avLst>
                <a:gd name="adj" fmla="val 31818"/>
              </a:avLst>
            </a:prstGeom>
            <a:solidFill>
              <a:srgbClr val="FFFFFF">
                <a:lumMod val="85000"/>
                <a:alpha val="90000"/>
              </a:srgbClr>
            </a:solidFill>
            <a:ln>
              <a:noFill/>
            </a:ln>
            <a:effectLst/>
          </p:spPr>
          <p:txBody>
            <a:bodyPr wrap="square" lIns="91440" tIns="45715" rIns="0" bIns="45715" rtlCol="0" anchor="ctr">
              <a:noAutofit/>
            </a:bodyPr>
            <a:lstStyle/>
            <a:p>
              <a:pPr defTabSz="623853" rtl="0" fontAlgn="base">
                <a:spcBef>
                  <a:spcPts val="600"/>
                </a:spcBef>
                <a:spcAft>
                  <a:spcPts val="600"/>
                </a:spcAft>
                <a:buClr>
                  <a:srgbClr val="000000"/>
                </a:buClr>
                <a:defRPr/>
              </a:pPr>
              <a:r>
                <a:rPr kumimoji="0" lang="pt-BR" sz="2800" b="1" i="0" u="none" strike="noStrike" kern="1200" cap="none" spc="0" normalizeH="0" baseline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cs typeface="Times New Roman" pitchFamily="18" charset="0"/>
                </a:rPr>
                <a:t>Gestão</a:t>
              </a:r>
            </a:p>
          </p:txBody>
        </p:sp>
        <p:sp>
          <p:nvSpPr>
            <p:cNvPr id="10" name="Chevron 167">
              <a:extLst>
                <a:ext uri="{FF2B5EF4-FFF2-40B4-BE49-F238E27FC236}">
                  <a16:creationId xmlns:a16="http://schemas.microsoft.com/office/drawing/2014/main" id="{C7EAF96F-9C8F-E723-91F0-85A91EA1DCC8}"/>
                </a:ext>
              </a:extLst>
            </p:cNvPr>
            <p:cNvSpPr/>
            <p:nvPr/>
          </p:nvSpPr>
          <p:spPr bwMode="auto">
            <a:xfrm>
              <a:off x="20106079" y="-335768"/>
              <a:ext cx="816400" cy="990509"/>
            </a:xfrm>
            <a:prstGeom prst="homePlate">
              <a:avLst>
                <a:gd name="adj" fmla="val 32073"/>
              </a:avLst>
            </a:prstGeom>
            <a:solidFill>
              <a:srgbClr val="FFFFFF">
                <a:lumMod val="85000"/>
                <a:alpha val="90000"/>
              </a:srgbClr>
            </a:solidFill>
            <a:ln>
              <a:noFill/>
            </a:ln>
            <a:effectLst/>
          </p:spPr>
          <p:txBody>
            <a:bodyPr wrap="square" lIns="91440" tIns="45715" rIns="0" bIns="45715" rtlCol="0" anchor="ctr">
              <a:noAutofit/>
            </a:bodyPr>
            <a:lstStyle/>
            <a:p>
              <a:pPr defTabSz="623853" rtl="0" fontAlgn="base">
                <a:spcBef>
                  <a:spcPts val="600"/>
                </a:spcBef>
                <a:spcAft>
                  <a:spcPts val="600"/>
                </a:spcAft>
                <a:buClr>
                  <a:srgbClr val="000000"/>
                </a:buClr>
              </a:pPr>
              <a:r>
                <a:rPr lang="pt-BR" sz="2800" b="1" kern="1200">
                  <a:solidFill>
                    <a:srgbClr val="FFFFFF"/>
                  </a:solidFill>
                  <a:latin typeface="Arial" charset="0"/>
                  <a:cs typeface="Times New Roman" pitchFamily="18" charset="0"/>
                </a:rPr>
                <a:t>Motivações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1952427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59E42BCF-C4F3-431D-B5C6-E14B3F26BBC0}"/>
              </a:ext>
            </a:extLst>
          </p:cNvPr>
          <p:cNvSpPr/>
          <p:nvPr/>
        </p:nvSpPr>
        <p:spPr>
          <a:xfrm>
            <a:off x="-24063" y="-274320"/>
            <a:ext cx="24534857" cy="14264640"/>
          </a:xfrm>
          <a:prstGeom prst="rect">
            <a:avLst/>
          </a:prstGeom>
          <a:solidFill>
            <a:srgbClr val="192D49"/>
          </a:solidFill>
          <a:ln w="12700" cap="flat">
            <a:noFill/>
            <a:miter lim="400000"/>
          </a:ln>
          <a:effectLst>
            <a:outerShdw blurRad="50800" dist="25400" dir="5400000" rotWithShape="0">
              <a:srgbClr val="000000">
                <a:alpha val="5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71437" tIns="71437" rIns="71437" bIns="71437" numCol="1" spcCol="38100" rtlCol="0" anchor="ctr">
            <a:spAutoFit/>
          </a:bodyPr>
          <a:lstStyle/>
          <a:p>
            <a:pPr marL="0" marR="0" indent="0" algn="ctr" defTabSz="5842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pt-BR" sz="3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+mn-ea"/>
              <a:cs typeface="+mn-cs"/>
              <a:sym typeface="Helvetica Light"/>
            </a:endParaRPr>
          </a:p>
        </p:txBody>
      </p:sp>
      <p:sp>
        <p:nvSpPr>
          <p:cNvPr id="3" name="Google Shape;67;p14">
            <a:extLst>
              <a:ext uri="{FF2B5EF4-FFF2-40B4-BE49-F238E27FC236}">
                <a16:creationId xmlns:a16="http://schemas.microsoft.com/office/drawing/2014/main" id="{284D1B1A-4CAA-6E18-30FD-6A32579818FB}"/>
              </a:ext>
            </a:extLst>
          </p:cNvPr>
          <p:cNvSpPr txBox="1"/>
          <p:nvPr/>
        </p:nvSpPr>
        <p:spPr>
          <a:xfrm>
            <a:off x="897856" y="512780"/>
            <a:ext cx="17955738" cy="1476788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182850" tIns="182850" rIns="182850" bIns="182850" anchor="t" anchorCtr="0">
            <a:noAutofit/>
          </a:bodyPr>
          <a:lstStyle/>
          <a:p>
            <a:pPr lvl="0" algn="l"/>
            <a:r>
              <a:rPr lang="pt-BR" sz="7200" dirty="0">
                <a:solidFill>
                  <a:srgbClr val="F48120"/>
                </a:solidFill>
                <a:latin typeface="Metropolis Black" panose="00000A00000000000000" pitchFamily="50" charset="0"/>
                <a:ea typeface="Exo"/>
                <a:cs typeface="Exo"/>
                <a:sym typeface="Exo"/>
              </a:rPr>
              <a:t>ABRANGÊNCIA</a:t>
            </a:r>
          </a:p>
        </p:txBody>
      </p:sp>
      <p:grpSp>
        <p:nvGrpSpPr>
          <p:cNvPr id="4" name="Agrupar 3">
            <a:extLst>
              <a:ext uri="{FF2B5EF4-FFF2-40B4-BE49-F238E27FC236}">
                <a16:creationId xmlns:a16="http://schemas.microsoft.com/office/drawing/2014/main" id="{254CD9E2-B82B-2CF4-227F-9D1423FFBFDB}"/>
              </a:ext>
            </a:extLst>
          </p:cNvPr>
          <p:cNvGrpSpPr/>
          <p:nvPr/>
        </p:nvGrpSpPr>
        <p:grpSpPr>
          <a:xfrm>
            <a:off x="6039852" y="1661717"/>
            <a:ext cx="12111009" cy="11542863"/>
            <a:chOff x="5834008" y="795713"/>
            <a:chExt cx="12715983" cy="11703867"/>
          </a:xfrm>
        </p:grpSpPr>
        <p:sp>
          <p:nvSpPr>
            <p:cNvPr id="5" name="Donut 13">
              <a:extLst>
                <a:ext uri="{FF2B5EF4-FFF2-40B4-BE49-F238E27FC236}">
                  <a16:creationId xmlns:a16="http://schemas.microsoft.com/office/drawing/2014/main" id="{77D434A3-C92B-12F9-CC2E-05366A0E26A2}"/>
                </a:ext>
              </a:extLst>
            </p:cNvPr>
            <p:cNvSpPr/>
            <p:nvPr/>
          </p:nvSpPr>
          <p:spPr>
            <a:xfrm>
              <a:off x="5834008" y="795713"/>
              <a:ext cx="12715983" cy="11703867"/>
            </a:xfrm>
            <a:prstGeom prst="donut">
              <a:avLst>
                <a:gd name="adj" fmla="val 3894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defTabSz="1828434" rtl="0">
                <a:defRPr/>
              </a:pPr>
              <a:endParaRPr lang="pt-PT" sz="2800" kern="1200">
                <a:solidFill>
                  <a:srgbClr val="FFFFFF"/>
                </a:solidFill>
                <a:latin typeface="Lato Light" panose="020F0502020204030203" pitchFamily="34" charset="0"/>
              </a:endParaRPr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A27387F1-096A-358C-FF69-6D5E9B436E9A}"/>
                </a:ext>
              </a:extLst>
            </p:cNvPr>
            <p:cNvSpPr/>
            <p:nvPr/>
          </p:nvSpPr>
          <p:spPr>
            <a:xfrm>
              <a:off x="9482249" y="4210617"/>
              <a:ext cx="5034916" cy="5121854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defTabSz="1828434" rtl="0">
                <a:defRPr/>
              </a:pPr>
              <a:endParaRPr lang="pt-PT" sz="2800" kern="1200">
                <a:solidFill>
                  <a:srgbClr val="FFFFFF"/>
                </a:solidFill>
                <a:latin typeface="Lato Light" panose="020F0502020204030203" pitchFamily="34" charset="0"/>
              </a:endParaRPr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5FE21C76-CA5D-C657-881B-6D89F0A119CD}"/>
                </a:ext>
              </a:extLst>
            </p:cNvPr>
            <p:cNvSpPr/>
            <p:nvPr/>
          </p:nvSpPr>
          <p:spPr>
            <a:xfrm>
              <a:off x="7222398" y="5814101"/>
              <a:ext cx="4027643" cy="402623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defTabSz="1828434" rtl="0">
                <a:defRPr/>
              </a:pPr>
              <a:endParaRPr lang="pt-PT" sz="2800" kern="1200">
                <a:solidFill>
                  <a:srgbClr val="FFFFFF"/>
                </a:solidFill>
                <a:latin typeface="Lato Light" panose="020F0502020204030203" pitchFamily="34" charset="0"/>
              </a:endParaRPr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17C2B60E-005D-6E84-BA4E-7903B4FE3193}"/>
                </a:ext>
              </a:extLst>
            </p:cNvPr>
            <p:cNvSpPr/>
            <p:nvPr/>
          </p:nvSpPr>
          <p:spPr>
            <a:xfrm>
              <a:off x="10032879" y="1803889"/>
              <a:ext cx="4027643" cy="402623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defTabSz="1828434" rtl="0">
                <a:defRPr/>
              </a:pPr>
              <a:endParaRPr lang="pt-PT" sz="2800" kern="1200">
                <a:solidFill>
                  <a:srgbClr val="FFFFFF"/>
                </a:solidFill>
                <a:latin typeface="Lato Light" panose="020F0502020204030203" pitchFamily="34" charset="0"/>
              </a:endParaRPr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4FED5EBC-8588-0ED6-B4F6-2632FB70BC5B}"/>
                </a:ext>
              </a:extLst>
            </p:cNvPr>
            <p:cNvSpPr/>
            <p:nvPr/>
          </p:nvSpPr>
          <p:spPr>
            <a:xfrm>
              <a:off x="12538880" y="5911394"/>
              <a:ext cx="4027643" cy="402623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defTabSz="1828434" rtl="0">
                <a:defRPr/>
              </a:pPr>
              <a:endParaRPr lang="pt-PT" sz="2800" kern="1200">
                <a:solidFill>
                  <a:srgbClr val="FFFFFF"/>
                </a:solidFill>
                <a:latin typeface="Lato Light" panose="020F0502020204030203" pitchFamily="34" charset="0"/>
              </a:endParaRPr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86C6B202-CB58-AB8C-04EB-0CFBCEA957CB}"/>
                </a:ext>
              </a:extLst>
            </p:cNvPr>
            <p:cNvSpPr/>
            <p:nvPr/>
          </p:nvSpPr>
          <p:spPr>
            <a:xfrm>
              <a:off x="10505144" y="5251173"/>
              <a:ext cx="2989126" cy="3040739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defTabSz="1828434" rtl="0">
                <a:defRPr/>
              </a:pPr>
              <a:endParaRPr lang="pt-PT" sz="2800" kern="1200">
                <a:solidFill>
                  <a:srgbClr val="FFFFFF"/>
                </a:solidFill>
                <a:latin typeface="Lato Light" panose="020F0502020204030203" pitchFamily="34" charset="0"/>
              </a:endParaRPr>
            </a:p>
          </p:txBody>
        </p:sp>
        <p:sp>
          <p:nvSpPr>
            <p:cNvPr id="12" name="TextBox 15">
              <a:extLst>
                <a:ext uri="{FF2B5EF4-FFF2-40B4-BE49-F238E27FC236}">
                  <a16:creationId xmlns:a16="http://schemas.microsoft.com/office/drawing/2014/main" id="{7E9CC642-624C-D28C-6C5E-496CB6759206}"/>
                </a:ext>
              </a:extLst>
            </p:cNvPr>
            <p:cNvSpPr txBox="1"/>
            <p:nvPr/>
          </p:nvSpPr>
          <p:spPr>
            <a:xfrm>
              <a:off x="8374675" y="6302129"/>
              <a:ext cx="1397559" cy="661783"/>
            </a:xfrm>
            <a:prstGeom prst="rect">
              <a:avLst/>
            </a:prstGeom>
            <a:noFill/>
          </p:spPr>
          <p:txBody>
            <a:bodyPr wrap="none" rtlCol="0" anchor="b" anchorCtr="0">
              <a:spAutoFit/>
            </a:bodyPr>
            <a:lstStyle/>
            <a:p>
              <a:pPr defTabSz="1828434" rtl="0">
                <a:lnSpc>
                  <a:spcPts val="5000"/>
                </a:lnSpc>
                <a:defRPr/>
              </a:pPr>
              <a:r>
                <a:rPr lang="pt-PT" sz="2400" b="1" kern="1200" dirty="0">
                  <a:solidFill>
                    <a:srgbClr val="FFFFFF"/>
                  </a:solidFill>
                  <a:latin typeface="Open Sans" panose="020B0606030504020204" pitchFamily="34" charset="0"/>
                  <a:ea typeface="League Spartan" charset="0"/>
                  <a:cs typeface="Poppins" pitchFamily="2" charset="77"/>
                </a:rPr>
                <a:t>Cultura</a:t>
              </a:r>
            </a:p>
          </p:txBody>
        </p:sp>
        <p:sp>
          <p:nvSpPr>
            <p:cNvPr id="13" name="Subtitle 2">
              <a:extLst>
                <a:ext uri="{FF2B5EF4-FFF2-40B4-BE49-F238E27FC236}">
                  <a16:creationId xmlns:a16="http://schemas.microsoft.com/office/drawing/2014/main" id="{119871D9-69DA-BAB0-0B86-326F4E507AE2}"/>
                </a:ext>
              </a:extLst>
            </p:cNvPr>
            <p:cNvSpPr txBox="1">
              <a:spLocks/>
            </p:cNvSpPr>
            <p:nvPr/>
          </p:nvSpPr>
          <p:spPr>
            <a:xfrm>
              <a:off x="8034867" y="7033815"/>
              <a:ext cx="3260930" cy="2119928"/>
            </a:xfrm>
            <a:prstGeom prst="rect">
              <a:avLst/>
            </a:prstGeom>
          </p:spPr>
          <p:txBody>
            <a:bodyPr vert="horz" wrap="square" lIns="91440" tIns="45720" rIns="91440" bIns="45720" rtlCol="0" anchor="t">
              <a:spAutoFit/>
            </a:bodyPr>
            <a:lstStyle>
              <a:lvl1pPr marL="0" indent="0" algn="ctr" defTabSz="1087636" rtl="0" eaLnBrk="1" latinLnBrk="0" hangingPunct="1">
                <a:lnSpc>
                  <a:spcPct val="120000"/>
                </a:lnSpc>
                <a:spcBef>
                  <a:spcPct val="20000"/>
                </a:spcBef>
                <a:buFont typeface="Arial"/>
                <a:buNone/>
                <a:defRPr sz="2400" kern="1200">
                  <a:solidFill>
                    <a:schemeClr val="tx2"/>
                  </a:solidFill>
                  <a:latin typeface="Open Sans Light"/>
                  <a:ea typeface="+mn-ea"/>
                  <a:cs typeface="Open Sans Light"/>
                </a:defRPr>
              </a:lvl1pPr>
              <a:lvl2pPr marL="1087636" indent="0" algn="ctr" defTabSz="1087636" rtl="0" eaLnBrk="1" latinLnBrk="0" hangingPunct="1">
                <a:lnSpc>
                  <a:spcPct val="130000"/>
                </a:lnSpc>
                <a:spcBef>
                  <a:spcPct val="20000"/>
                </a:spcBef>
                <a:buFont typeface="Arial"/>
                <a:buNone/>
                <a:defRPr sz="3200" kern="1200">
                  <a:solidFill>
                    <a:schemeClr val="tx1">
                      <a:tint val="75000"/>
                    </a:schemeClr>
                  </a:solidFill>
                  <a:latin typeface="Open Sans"/>
                  <a:ea typeface="+mn-ea"/>
                  <a:cs typeface="Open Sans"/>
                </a:defRPr>
              </a:lvl2pPr>
              <a:lvl3pPr marL="2175271" indent="0" algn="ctr" defTabSz="1087636" rtl="0" eaLnBrk="1" latinLnBrk="0" hangingPunct="1">
                <a:lnSpc>
                  <a:spcPct val="130000"/>
                </a:lnSpc>
                <a:spcBef>
                  <a:spcPct val="20000"/>
                </a:spcBef>
                <a:buFont typeface="Arial"/>
                <a:buNone/>
                <a:defRPr sz="3200" kern="1200">
                  <a:solidFill>
                    <a:schemeClr val="tx1">
                      <a:tint val="75000"/>
                    </a:schemeClr>
                  </a:solidFill>
                  <a:latin typeface="Open Sans"/>
                  <a:ea typeface="+mn-ea"/>
                  <a:cs typeface="Open Sans"/>
                </a:defRPr>
              </a:lvl3pPr>
              <a:lvl4pPr marL="3262912" indent="0" algn="ctr" defTabSz="1087636" rtl="0" eaLnBrk="1" latinLnBrk="0" hangingPunct="1">
                <a:lnSpc>
                  <a:spcPct val="130000"/>
                </a:lnSpc>
                <a:spcBef>
                  <a:spcPct val="20000"/>
                </a:spcBef>
                <a:buFont typeface="Arial"/>
                <a:buNone/>
                <a:defRPr sz="3200" kern="1200">
                  <a:solidFill>
                    <a:schemeClr val="tx1">
                      <a:tint val="75000"/>
                    </a:schemeClr>
                  </a:solidFill>
                  <a:latin typeface="Open Sans"/>
                  <a:ea typeface="+mn-ea"/>
                  <a:cs typeface="Open Sans"/>
                </a:defRPr>
              </a:lvl4pPr>
              <a:lvl5pPr marL="4350546" indent="0" algn="ctr" defTabSz="1087636" rtl="0" eaLnBrk="1" latinLnBrk="0" hangingPunct="1">
                <a:lnSpc>
                  <a:spcPct val="130000"/>
                </a:lnSpc>
                <a:spcBef>
                  <a:spcPct val="20000"/>
                </a:spcBef>
                <a:buFont typeface="Arial"/>
                <a:buNone/>
                <a:defRPr sz="3200" kern="1200">
                  <a:solidFill>
                    <a:schemeClr val="tx1">
                      <a:tint val="75000"/>
                    </a:schemeClr>
                  </a:solidFill>
                  <a:latin typeface="Open Sans"/>
                  <a:ea typeface="+mn-ea"/>
                  <a:cs typeface="Open Sans"/>
                </a:defRPr>
              </a:lvl5pPr>
              <a:lvl6pPr marL="5438184" indent="0" algn="ctr" defTabSz="1087636" rtl="0" eaLnBrk="1" latinLnBrk="0" hangingPunct="1">
                <a:spcBef>
                  <a:spcPct val="20000"/>
                </a:spcBef>
                <a:buFont typeface="Arial"/>
                <a:buNone/>
                <a:defRPr sz="48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6pPr>
              <a:lvl7pPr marL="6525820" indent="0" algn="ctr" defTabSz="1087636" rtl="0" eaLnBrk="1" latinLnBrk="0" hangingPunct="1">
                <a:spcBef>
                  <a:spcPct val="20000"/>
                </a:spcBef>
                <a:buFont typeface="Arial"/>
                <a:buNone/>
                <a:defRPr sz="48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7pPr>
              <a:lvl8pPr marL="7613455" indent="0" algn="ctr" defTabSz="1087636" rtl="0" eaLnBrk="1" latinLnBrk="0" hangingPunct="1">
                <a:spcBef>
                  <a:spcPct val="20000"/>
                </a:spcBef>
                <a:buFont typeface="Arial"/>
                <a:buNone/>
                <a:defRPr sz="48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8pPr>
              <a:lvl9pPr marL="8701091" indent="0" algn="ctr" defTabSz="1087636" rtl="0" eaLnBrk="1" latinLnBrk="0" hangingPunct="1">
                <a:spcBef>
                  <a:spcPct val="20000"/>
                </a:spcBef>
                <a:buFont typeface="Arial"/>
                <a:buNone/>
                <a:defRPr sz="48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342900" indent="-342900" algn="l">
                <a:lnSpc>
                  <a:spcPts val="3200"/>
                </a:lnSpc>
                <a:spcBef>
                  <a:spcPts val="0"/>
                </a:spcBef>
                <a:buFont typeface="Wingdings" pitchFamily="2" charset="2"/>
                <a:buChar char="ü"/>
                <a:defRPr/>
              </a:pPr>
              <a:r>
                <a:rPr lang="pt-PT" sz="1800" dirty="0">
                  <a:solidFill>
                    <a:srgbClr val="FFFFFF"/>
                  </a:solidFill>
                  <a:latin typeface="Lato Light" panose="020F0502020204030203" pitchFamily="34" charset="0"/>
                  <a:ea typeface="Lato Light" panose="020F0502020204030203" pitchFamily="34" charset="0"/>
                  <a:cs typeface="Mukta ExtraLight" panose="020B0000000000000000" pitchFamily="34" charset="77"/>
                </a:rPr>
                <a:t>Conteúdos</a:t>
              </a:r>
            </a:p>
            <a:p>
              <a:pPr marL="342900" indent="-342900" algn="l">
                <a:lnSpc>
                  <a:spcPts val="3200"/>
                </a:lnSpc>
                <a:spcBef>
                  <a:spcPts val="0"/>
                </a:spcBef>
                <a:buFont typeface="Wingdings" pitchFamily="2" charset="2"/>
                <a:buChar char="ü"/>
                <a:defRPr/>
              </a:pPr>
              <a:r>
                <a:rPr lang="pt-PT" sz="1800" dirty="0">
                  <a:solidFill>
                    <a:srgbClr val="FFFFFF"/>
                  </a:solidFill>
                  <a:latin typeface="Lato Light" panose="020F0502020204030203" pitchFamily="34" charset="0"/>
                  <a:ea typeface="Lato Light" panose="020F0502020204030203" pitchFamily="34" charset="0"/>
                  <a:cs typeface="Mukta ExtraLight" panose="020B0000000000000000" pitchFamily="34" charset="77"/>
                </a:rPr>
                <a:t>Trilhas de formação</a:t>
              </a:r>
            </a:p>
            <a:p>
              <a:pPr marL="342900" indent="-342900" algn="l">
                <a:lnSpc>
                  <a:spcPts val="3200"/>
                </a:lnSpc>
                <a:spcBef>
                  <a:spcPts val="0"/>
                </a:spcBef>
                <a:buFont typeface="Wingdings" pitchFamily="2" charset="2"/>
                <a:buChar char="ü"/>
                <a:defRPr/>
              </a:pPr>
              <a:r>
                <a:rPr lang="pt-PT" sz="1800" dirty="0">
                  <a:solidFill>
                    <a:srgbClr val="FFFFFF"/>
                  </a:solidFill>
                  <a:latin typeface="Lato Light" panose="020F0502020204030203" pitchFamily="34" charset="0"/>
                  <a:ea typeface="Lato Light" panose="020F0502020204030203" pitchFamily="34" charset="0"/>
                  <a:cs typeface="Mukta ExtraLight" panose="020B0000000000000000" pitchFamily="34" charset="77"/>
                </a:rPr>
                <a:t>Gamificação</a:t>
              </a:r>
            </a:p>
            <a:p>
              <a:pPr marL="342900" indent="-342900" algn="l">
                <a:lnSpc>
                  <a:spcPts val="3200"/>
                </a:lnSpc>
                <a:spcBef>
                  <a:spcPts val="0"/>
                </a:spcBef>
                <a:buFont typeface="Wingdings" pitchFamily="2" charset="2"/>
                <a:buChar char="ü"/>
                <a:defRPr/>
              </a:pPr>
              <a:r>
                <a:rPr lang="pt-PT" sz="1800" dirty="0">
                  <a:solidFill>
                    <a:srgbClr val="FFFFFF"/>
                  </a:solidFill>
                  <a:latin typeface="Lato Light" panose="020F0502020204030203" pitchFamily="34" charset="0"/>
                  <a:ea typeface="Lato Light" panose="020F0502020204030203" pitchFamily="34" charset="0"/>
                  <a:cs typeface="Mukta ExtraLight" panose="020B0000000000000000" pitchFamily="34" charset="77"/>
                </a:rPr>
                <a:t>Motivação</a:t>
              </a:r>
            </a:p>
            <a:p>
              <a:pPr marL="342900" indent="-342900" algn="l">
                <a:lnSpc>
                  <a:spcPts val="3200"/>
                </a:lnSpc>
                <a:spcBef>
                  <a:spcPts val="0"/>
                </a:spcBef>
                <a:buFont typeface="Wingdings" pitchFamily="2" charset="2"/>
                <a:buChar char="ü"/>
                <a:defRPr/>
              </a:pPr>
              <a:r>
                <a:rPr lang="pt-PT" sz="1800" dirty="0">
                  <a:solidFill>
                    <a:srgbClr val="FFFFFF"/>
                  </a:solidFill>
                  <a:latin typeface="Lato Light" panose="020F0502020204030203" pitchFamily="34" charset="0"/>
                  <a:ea typeface="Lato Light" panose="020F0502020204030203" pitchFamily="34" charset="0"/>
                  <a:cs typeface="Mukta ExtraLight" panose="020B0000000000000000" pitchFamily="34" charset="77"/>
                </a:rPr>
                <a:t>Avaliação</a:t>
              </a:r>
            </a:p>
          </p:txBody>
        </p:sp>
        <p:sp>
          <p:nvSpPr>
            <p:cNvPr id="14" name="TextBox 19">
              <a:extLst>
                <a:ext uri="{FF2B5EF4-FFF2-40B4-BE49-F238E27FC236}">
                  <a16:creationId xmlns:a16="http://schemas.microsoft.com/office/drawing/2014/main" id="{C09CE961-9FCE-75D4-4286-E71A898AFE77}"/>
                </a:ext>
              </a:extLst>
            </p:cNvPr>
            <p:cNvSpPr txBox="1"/>
            <p:nvPr/>
          </p:nvSpPr>
          <p:spPr>
            <a:xfrm>
              <a:off x="13795895" y="6469251"/>
              <a:ext cx="2122966" cy="661783"/>
            </a:xfrm>
            <a:prstGeom prst="rect">
              <a:avLst/>
            </a:prstGeom>
            <a:noFill/>
          </p:spPr>
          <p:txBody>
            <a:bodyPr wrap="none" rtlCol="0" anchor="b" anchorCtr="0">
              <a:spAutoFit/>
            </a:bodyPr>
            <a:lstStyle/>
            <a:p>
              <a:pPr defTabSz="1828434" rtl="0">
                <a:lnSpc>
                  <a:spcPts val="5000"/>
                </a:lnSpc>
                <a:defRPr/>
              </a:pPr>
              <a:r>
                <a:rPr lang="pt-PT" sz="2400" b="1" kern="1200" dirty="0">
                  <a:solidFill>
                    <a:srgbClr val="FFFFFF"/>
                  </a:solidFill>
                  <a:latin typeface="Open Sans" panose="020B0606030504020204" pitchFamily="34" charset="0"/>
                  <a:ea typeface="League Spartan" charset="0"/>
                  <a:cs typeface="Poppins" pitchFamily="2" charset="77"/>
                </a:rPr>
                <a:t>Governança</a:t>
              </a:r>
            </a:p>
          </p:txBody>
        </p:sp>
        <p:sp>
          <p:nvSpPr>
            <p:cNvPr id="15" name="Subtitle 2">
              <a:extLst>
                <a:ext uri="{FF2B5EF4-FFF2-40B4-BE49-F238E27FC236}">
                  <a16:creationId xmlns:a16="http://schemas.microsoft.com/office/drawing/2014/main" id="{755C0566-ADE1-6520-5D66-5DEA04A73058}"/>
                </a:ext>
              </a:extLst>
            </p:cNvPr>
            <p:cNvSpPr txBox="1">
              <a:spLocks/>
            </p:cNvSpPr>
            <p:nvPr/>
          </p:nvSpPr>
          <p:spPr>
            <a:xfrm>
              <a:off x="13728295" y="7263526"/>
              <a:ext cx="2290260" cy="1703835"/>
            </a:xfrm>
            <a:prstGeom prst="rect">
              <a:avLst/>
            </a:prstGeom>
          </p:spPr>
          <p:txBody>
            <a:bodyPr vert="horz" wrap="square" lIns="91440" tIns="45720" rIns="91440" bIns="45720" rtlCol="0" anchor="t">
              <a:spAutoFit/>
            </a:bodyPr>
            <a:lstStyle>
              <a:lvl1pPr marL="0" indent="0" algn="ctr" defTabSz="1087636" rtl="0" eaLnBrk="1" latinLnBrk="0" hangingPunct="1">
                <a:lnSpc>
                  <a:spcPct val="120000"/>
                </a:lnSpc>
                <a:spcBef>
                  <a:spcPct val="20000"/>
                </a:spcBef>
                <a:buFont typeface="Arial"/>
                <a:buNone/>
                <a:defRPr sz="2400" kern="1200">
                  <a:solidFill>
                    <a:schemeClr val="tx2"/>
                  </a:solidFill>
                  <a:latin typeface="Open Sans Light"/>
                  <a:ea typeface="+mn-ea"/>
                  <a:cs typeface="Open Sans Light"/>
                </a:defRPr>
              </a:lvl1pPr>
              <a:lvl2pPr marL="1087636" indent="0" algn="ctr" defTabSz="1087636" rtl="0" eaLnBrk="1" latinLnBrk="0" hangingPunct="1">
                <a:lnSpc>
                  <a:spcPct val="130000"/>
                </a:lnSpc>
                <a:spcBef>
                  <a:spcPct val="20000"/>
                </a:spcBef>
                <a:buFont typeface="Arial"/>
                <a:buNone/>
                <a:defRPr sz="3200" kern="1200">
                  <a:solidFill>
                    <a:schemeClr val="tx1">
                      <a:tint val="75000"/>
                    </a:schemeClr>
                  </a:solidFill>
                  <a:latin typeface="Open Sans"/>
                  <a:ea typeface="+mn-ea"/>
                  <a:cs typeface="Open Sans"/>
                </a:defRPr>
              </a:lvl2pPr>
              <a:lvl3pPr marL="2175271" indent="0" algn="ctr" defTabSz="1087636" rtl="0" eaLnBrk="1" latinLnBrk="0" hangingPunct="1">
                <a:lnSpc>
                  <a:spcPct val="130000"/>
                </a:lnSpc>
                <a:spcBef>
                  <a:spcPct val="20000"/>
                </a:spcBef>
                <a:buFont typeface="Arial"/>
                <a:buNone/>
                <a:defRPr sz="3200" kern="1200">
                  <a:solidFill>
                    <a:schemeClr val="tx1">
                      <a:tint val="75000"/>
                    </a:schemeClr>
                  </a:solidFill>
                  <a:latin typeface="Open Sans"/>
                  <a:ea typeface="+mn-ea"/>
                  <a:cs typeface="Open Sans"/>
                </a:defRPr>
              </a:lvl3pPr>
              <a:lvl4pPr marL="3262912" indent="0" algn="ctr" defTabSz="1087636" rtl="0" eaLnBrk="1" latinLnBrk="0" hangingPunct="1">
                <a:lnSpc>
                  <a:spcPct val="130000"/>
                </a:lnSpc>
                <a:spcBef>
                  <a:spcPct val="20000"/>
                </a:spcBef>
                <a:buFont typeface="Arial"/>
                <a:buNone/>
                <a:defRPr sz="3200" kern="1200">
                  <a:solidFill>
                    <a:schemeClr val="tx1">
                      <a:tint val="75000"/>
                    </a:schemeClr>
                  </a:solidFill>
                  <a:latin typeface="Open Sans"/>
                  <a:ea typeface="+mn-ea"/>
                  <a:cs typeface="Open Sans"/>
                </a:defRPr>
              </a:lvl4pPr>
              <a:lvl5pPr marL="4350546" indent="0" algn="ctr" defTabSz="1087636" rtl="0" eaLnBrk="1" latinLnBrk="0" hangingPunct="1">
                <a:lnSpc>
                  <a:spcPct val="130000"/>
                </a:lnSpc>
                <a:spcBef>
                  <a:spcPct val="20000"/>
                </a:spcBef>
                <a:buFont typeface="Arial"/>
                <a:buNone/>
                <a:defRPr sz="3200" kern="1200">
                  <a:solidFill>
                    <a:schemeClr val="tx1">
                      <a:tint val="75000"/>
                    </a:schemeClr>
                  </a:solidFill>
                  <a:latin typeface="Open Sans"/>
                  <a:ea typeface="+mn-ea"/>
                  <a:cs typeface="Open Sans"/>
                </a:defRPr>
              </a:lvl5pPr>
              <a:lvl6pPr marL="5438184" indent="0" algn="ctr" defTabSz="1087636" rtl="0" eaLnBrk="1" latinLnBrk="0" hangingPunct="1">
                <a:spcBef>
                  <a:spcPct val="20000"/>
                </a:spcBef>
                <a:buFont typeface="Arial"/>
                <a:buNone/>
                <a:defRPr sz="48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6pPr>
              <a:lvl7pPr marL="6525820" indent="0" algn="ctr" defTabSz="1087636" rtl="0" eaLnBrk="1" latinLnBrk="0" hangingPunct="1">
                <a:spcBef>
                  <a:spcPct val="20000"/>
                </a:spcBef>
                <a:buFont typeface="Arial"/>
                <a:buNone/>
                <a:defRPr sz="48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7pPr>
              <a:lvl8pPr marL="7613455" indent="0" algn="ctr" defTabSz="1087636" rtl="0" eaLnBrk="1" latinLnBrk="0" hangingPunct="1">
                <a:spcBef>
                  <a:spcPct val="20000"/>
                </a:spcBef>
                <a:buFont typeface="Arial"/>
                <a:buNone/>
                <a:defRPr sz="48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8pPr>
              <a:lvl9pPr marL="8701091" indent="0" algn="ctr" defTabSz="1087636" rtl="0" eaLnBrk="1" latinLnBrk="0" hangingPunct="1">
                <a:spcBef>
                  <a:spcPct val="20000"/>
                </a:spcBef>
                <a:buFont typeface="Arial"/>
                <a:buNone/>
                <a:defRPr sz="48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342900" indent="-342900" algn="l">
                <a:lnSpc>
                  <a:spcPts val="3200"/>
                </a:lnSpc>
                <a:spcBef>
                  <a:spcPts val="0"/>
                </a:spcBef>
                <a:buFont typeface="Wingdings" pitchFamily="2" charset="2"/>
                <a:buChar char="ü"/>
                <a:defRPr/>
              </a:pPr>
              <a:r>
                <a:rPr lang="pt-PT" sz="1800" dirty="0">
                  <a:solidFill>
                    <a:srgbClr val="FFFFFF"/>
                  </a:solidFill>
                  <a:latin typeface="Lato Light" panose="020F0502020204030203" pitchFamily="34" charset="0"/>
                  <a:ea typeface="Lato Light" panose="020F0502020204030203" pitchFamily="34" charset="0"/>
                  <a:cs typeface="Mukta ExtraLight" panose="020B0000000000000000" pitchFamily="34" charset="77"/>
                </a:rPr>
                <a:t>Auditorias</a:t>
              </a:r>
            </a:p>
            <a:p>
              <a:pPr marL="342900" indent="-342900" algn="l">
                <a:lnSpc>
                  <a:spcPts val="3200"/>
                </a:lnSpc>
                <a:spcBef>
                  <a:spcPts val="0"/>
                </a:spcBef>
                <a:buFont typeface="Wingdings" pitchFamily="2" charset="2"/>
                <a:buChar char="ü"/>
                <a:defRPr/>
              </a:pPr>
              <a:r>
                <a:rPr lang="pt-PT" sz="1800" dirty="0">
                  <a:solidFill>
                    <a:srgbClr val="FFFFFF"/>
                  </a:solidFill>
                  <a:latin typeface="Lato Light" panose="020F0502020204030203" pitchFamily="34" charset="0"/>
                  <a:ea typeface="Lato Light" panose="020F0502020204030203" pitchFamily="34" charset="0"/>
                  <a:cs typeface="Mukta ExtraLight" panose="020B0000000000000000" pitchFamily="34" charset="77"/>
                </a:rPr>
                <a:t>Alertas</a:t>
              </a:r>
            </a:p>
            <a:p>
              <a:pPr marL="342900" indent="-342900" algn="l">
                <a:lnSpc>
                  <a:spcPts val="3200"/>
                </a:lnSpc>
                <a:spcBef>
                  <a:spcPts val="0"/>
                </a:spcBef>
                <a:buFont typeface="Wingdings" pitchFamily="2" charset="2"/>
                <a:buChar char="ü"/>
                <a:defRPr/>
              </a:pPr>
              <a:r>
                <a:rPr lang="pt-PT" sz="1800" dirty="0">
                  <a:solidFill>
                    <a:srgbClr val="FFFFFF"/>
                  </a:solidFill>
                  <a:latin typeface="Lato Light" panose="020F0502020204030203" pitchFamily="34" charset="0"/>
                  <a:ea typeface="Lato Light" panose="020F0502020204030203" pitchFamily="34" charset="0"/>
                  <a:cs typeface="Mukta ExtraLight" panose="020B0000000000000000" pitchFamily="34" charset="77"/>
                </a:rPr>
                <a:t>Dashboards</a:t>
              </a:r>
            </a:p>
            <a:p>
              <a:pPr marL="342900" indent="-342900" algn="l">
                <a:lnSpc>
                  <a:spcPts val="3200"/>
                </a:lnSpc>
                <a:spcBef>
                  <a:spcPts val="0"/>
                </a:spcBef>
                <a:buFont typeface="Wingdings" pitchFamily="2" charset="2"/>
                <a:buChar char="ü"/>
                <a:defRPr/>
              </a:pPr>
              <a:r>
                <a:rPr lang="pt-PT" sz="1800" dirty="0">
                  <a:solidFill>
                    <a:srgbClr val="FFFFFF"/>
                  </a:solidFill>
                  <a:latin typeface="Lato Light" panose="020F0502020204030203" pitchFamily="34" charset="0"/>
                  <a:ea typeface="Lato Light" panose="020F0502020204030203" pitchFamily="34" charset="0"/>
                  <a:cs typeface="Mukta ExtraLight" panose="020B0000000000000000" pitchFamily="34" charset="77"/>
                </a:rPr>
                <a:t>Gestão visual</a:t>
              </a:r>
            </a:p>
          </p:txBody>
        </p:sp>
        <p:sp>
          <p:nvSpPr>
            <p:cNvPr id="16" name="TextBox 25">
              <a:extLst>
                <a:ext uri="{FF2B5EF4-FFF2-40B4-BE49-F238E27FC236}">
                  <a16:creationId xmlns:a16="http://schemas.microsoft.com/office/drawing/2014/main" id="{7162092D-AA38-F96B-3CA9-A631DBAA0E21}"/>
                </a:ext>
              </a:extLst>
            </p:cNvPr>
            <p:cNvSpPr txBox="1"/>
            <p:nvPr/>
          </p:nvSpPr>
          <p:spPr>
            <a:xfrm>
              <a:off x="11038257" y="1866288"/>
              <a:ext cx="2085669" cy="661783"/>
            </a:xfrm>
            <a:prstGeom prst="rect">
              <a:avLst/>
            </a:prstGeom>
            <a:noFill/>
          </p:spPr>
          <p:txBody>
            <a:bodyPr wrap="none" rtlCol="0" anchor="b" anchorCtr="0">
              <a:spAutoFit/>
            </a:bodyPr>
            <a:lstStyle/>
            <a:p>
              <a:pPr defTabSz="1828434" rtl="0">
                <a:lnSpc>
                  <a:spcPts val="5000"/>
                </a:lnSpc>
                <a:defRPr/>
              </a:pPr>
              <a:r>
                <a:rPr lang="pt-PT" sz="2400" b="1" kern="1200" dirty="0">
                  <a:solidFill>
                    <a:srgbClr val="FFFFFF"/>
                  </a:solidFill>
                  <a:latin typeface="Open Sans" panose="020B0606030504020204" pitchFamily="34" charset="0"/>
                  <a:ea typeface="League Spartan" charset="0"/>
                  <a:cs typeface="Poppins" pitchFamily="2" charset="77"/>
                </a:rPr>
                <a:t>Compliance</a:t>
              </a:r>
            </a:p>
          </p:txBody>
        </p:sp>
        <p:sp>
          <p:nvSpPr>
            <p:cNvPr id="17" name="Subtitle 2">
              <a:extLst>
                <a:ext uri="{FF2B5EF4-FFF2-40B4-BE49-F238E27FC236}">
                  <a16:creationId xmlns:a16="http://schemas.microsoft.com/office/drawing/2014/main" id="{A94DEC99-39D9-B0F4-BA72-A3506BAB0CE3}"/>
                </a:ext>
              </a:extLst>
            </p:cNvPr>
            <p:cNvSpPr txBox="1">
              <a:spLocks/>
            </p:cNvSpPr>
            <p:nvPr/>
          </p:nvSpPr>
          <p:spPr>
            <a:xfrm>
              <a:off x="10436016" y="2526846"/>
              <a:ext cx="3624506" cy="2460706"/>
            </a:xfrm>
            <a:prstGeom prst="rect">
              <a:avLst/>
            </a:prstGeom>
          </p:spPr>
          <p:txBody>
            <a:bodyPr vert="horz" wrap="square" lIns="91440" tIns="45720" rIns="91440" bIns="45720" rtlCol="0" anchor="t">
              <a:spAutoFit/>
            </a:bodyPr>
            <a:lstStyle>
              <a:lvl1pPr marL="0" indent="0" algn="ctr" defTabSz="1087636" rtl="0" eaLnBrk="1" latinLnBrk="0" hangingPunct="1">
                <a:lnSpc>
                  <a:spcPct val="120000"/>
                </a:lnSpc>
                <a:spcBef>
                  <a:spcPct val="20000"/>
                </a:spcBef>
                <a:buFont typeface="Arial"/>
                <a:buNone/>
                <a:defRPr sz="2400" kern="1200">
                  <a:solidFill>
                    <a:schemeClr val="tx2"/>
                  </a:solidFill>
                  <a:latin typeface="Open Sans Light"/>
                  <a:ea typeface="+mn-ea"/>
                  <a:cs typeface="Open Sans Light"/>
                </a:defRPr>
              </a:lvl1pPr>
              <a:lvl2pPr marL="1087636" indent="0" algn="ctr" defTabSz="1087636" rtl="0" eaLnBrk="1" latinLnBrk="0" hangingPunct="1">
                <a:lnSpc>
                  <a:spcPct val="130000"/>
                </a:lnSpc>
                <a:spcBef>
                  <a:spcPct val="20000"/>
                </a:spcBef>
                <a:buFont typeface="Arial"/>
                <a:buNone/>
                <a:defRPr sz="3200" kern="1200">
                  <a:solidFill>
                    <a:schemeClr val="tx1">
                      <a:tint val="75000"/>
                    </a:schemeClr>
                  </a:solidFill>
                  <a:latin typeface="Open Sans"/>
                  <a:ea typeface="+mn-ea"/>
                  <a:cs typeface="Open Sans"/>
                </a:defRPr>
              </a:lvl2pPr>
              <a:lvl3pPr marL="2175271" indent="0" algn="ctr" defTabSz="1087636" rtl="0" eaLnBrk="1" latinLnBrk="0" hangingPunct="1">
                <a:lnSpc>
                  <a:spcPct val="130000"/>
                </a:lnSpc>
                <a:spcBef>
                  <a:spcPct val="20000"/>
                </a:spcBef>
                <a:buFont typeface="Arial"/>
                <a:buNone/>
                <a:defRPr sz="3200" kern="1200">
                  <a:solidFill>
                    <a:schemeClr val="tx1">
                      <a:tint val="75000"/>
                    </a:schemeClr>
                  </a:solidFill>
                  <a:latin typeface="Open Sans"/>
                  <a:ea typeface="+mn-ea"/>
                  <a:cs typeface="Open Sans"/>
                </a:defRPr>
              </a:lvl3pPr>
              <a:lvl4pPr marL="3262912" indent="0" algn="ctr" defTabSz="1087636" rtl="0" eaLnBrk="1" latinLnBrk="0" hangingPunct="1">
                <a:lnSpc>
                  <a:spcPct val="130000"/>
                </a:lnSpc>
                <a:spcBef>
                  <a:spcPct val="20000"/>
                </a:spcBef>
                <a:buFont typeface="Arial"/>
                <a:buNone/>
                <a:defRPr sz="3200" kern="1200">
                  <a:solidFill>
                    <a:schemeClr val="tx1">
                      <a:tint val="75000"/>
                    </a:schemeClr>
                  </a:solidFill>
                  <a:latin typeface="Open Sans"/>
                  <a:ea typeface="+mn-ea"/>
                  <a:cs typeface="Open Sans"/>
                </a:defRPr>
              </a:lvl4pPr>
              <a:lvl5pPr marL="4350546" indent="0" algn="ctr" defTabSz="1087636" rtl="0" eaLnBrk="1" latinLnBrk="0" hangingPunct="1">
                <a:lnSpc>
                  <a:spcPct val="130000"/>
                </a:lnSpc>
                <a:spcBef>
                  <a:spcPct val="20000"/>
                </a:spcBef>
                <a:buFont typeface="Arial"/>
                <a:buNone/>
                <a:defRPr sz="3200" kern="1200">
                  <a:solidFill>
                    <a:schemeClr val="tx1">
                      <a:tint val="75000"/>
                    </a:schemeClr>
                  </a:solidFill>
                  <a:latin typeface="Open Sans"/>
                  <a:ea typeface="+mn-ea"/>
                  <a:cs typeface="Open Sans"/>
                </a:defRPr>
              </a:lvl5pPr>
              <a:lvl6pPr marL="5438184" indent="0" algn="ctr" defTabSz="1087636" rtl="0" eaLnBrk="1" latinLnBrk="0" hangingPunct="1">
                <a:spcBef>
                  <a:spcPct val="20000"/>
                </a:spcBef>
                <a:buFont typeface="Arial"/>
                <a:buNone/>
                <a:defRPr sz="48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6pPr>
              <a:lvl7pPr marL="6525820" indent="0" algn="ctr" defTabSz="1087636" rtl="0" eaLnBrk="1" latinLnBrk="0" hangingPunct="1">
                <a:spcBef>
                  <a:spcPct val="20000"/>
                </a:spcBef>
                <a:buFont typeface="Arial"/>
                <a:buNone/>
                <a:defRPr sz="48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7pPr>
              <a:lvl8pPr marL="7613455" indent="0" algn="ctr" defTabSz="1087636" rtl="0" eaLnBrk="1" latinLnBrk="0" hangingPunct="1">
                <a:spcBef>
                  <a:spcPct val="20000"/>
                </a:spcBef>
                <a:buFont typeface="Arial"/>
                <a:buNone/>
                <a:defRPr sz="48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8pPr>
              <a:lvl9pPr marL="8701091" indent="0" algn="ctr" defTabSz="1087636" rtl="0" eaLnBrk="1" latinLnBrk="0" hangingPunct="1">
                <a:spcBef>
                  <a:spcPct val="20000"/>
                </a:spcBef>
                <a:buFont typeface="Arial"/>
                <a:buNone/>
                <a:defRPr sz="48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457200" indent="-457200" algn="l">
                <a:lnSpc>
                  <a:spcPct val="100000"/>
                </a:lnSpc>
                <a:buFont typeface="Wingdings" pitchFamily="2" charset="2"/>
                <a:buChar char="ü"/>
              </a:pPr>
              <a:r>
                <a:rPr lang="pt-BR" sz="1800" dirty="0">
                  <a:solidFill>
                    <a:schemeClr val="bg1"/>
                  </a:solidFill>
                  <a:ea typeface="Open Sans Light" panose="020B0306030504020204" pitchFamily="34" charset="0"/>
                  <a:cs typeface="Open Sans Light" panose="020B0306030504020204" pitchFamily="34" charset="0"/>
                </a:rPr>
                <a:t>Direito Comparado </a:t>
              </a:r>
            </a:p>
            <a:p>
              <a:pPr marL="457200" indent="-457200" algn="l">
                <a:lnSpc>
                  <a:spcPct val="100000"/>
                </a:lnSpc>
                <a:buFont typeface="Wingdings" pitchFamily="2" charset="2"/>
                <a:buChar char="ü"/>
              </a:pPr>
              <a:r>
                <a:rPr lang="pt-BR" sz="1800" dirty="0">
                  <a:solidFill>
                    <a:schemeClr val="bg1"/>
                  </a:solidFill>
                  <a:ea typeface="Open Sans Light" panose="020B0306030504020204" pitchFamily="34" charset="0"/>
                  <a:cs typeface="Open Sans Light" panose="020B0306030504020204" pitchFamily="34" charset="0"/>
                </a:rPr>
                <a:t>Jurisprudência</a:t>
              </a:r>
            </a:p>
            <a:p>
              <a:pPr marL="457200" indent="-457200" algn="l">
                <a:lnSpc>
                  <a:spcPct val="100000"/>
                </a:lnSpc>
                <a:buFont typeface="Wingdings" pitchFamily="2" charset="2"/>
                <a:buChar char="ü"/>
              </a:pPr>
              <a:r>
                <a:rPr lang="pt-BR" sz="1800" dirty="0">
                  <a:solidFill>
                    <a:schemeClr val="bg1"/>
                  </a:solidFill>
                  <a:ea typeface="Open Sans Light" panose="020B0306030504020204" pitchFamily="34" charset="0"/>
                  <a:cs typeface="Open Sans Light" panose="020B0306030504020204" pitchFamily="34" charset="0"/>
                </a:rPr>
                <a:t>Sites, cookies políticas</a:t>
              </a:r>
            </a:p>
            <a:p>
              <a:pPr marL="457200" indent="-457200" algn="l">
                <a:lnSpc>
                  <a:spcPct val="100000"/>
                </a:lnSpc>
                <a:buFont typeface="Wingdings" pitchFamily="2" charset="2"/>
                <a:buChar char="ü"/>
              </a:pPr>
              <a:r>
                <a:rPr lang="pt-BR" sz="1800" dirty="0">
                  <a:solidFill>
                    <a:schemeClr val="bg1"/>
                  </a:solidFill>
                  <a:ea typeface="Open Sans Light" panose="020B0306030504020204" pitchFamily="34" charset="0"/>
                  <a:cs typeface="Open Sans Light" panose="020B0306030504020204" pitchFamily="34" charset="0"/>
                </a:rPr>
                <a:t>Portal de Privacidade</a:t>
              </a:r>
            </a:p>
            <a:p>
              <a:pPr marL="457200" indent="-457200" algn="l">
                <a:lnSpc>
                  <a:spcPct val="100000"/>
                </a:lnSpc>
                <a:buFont typeface="Wingdings" pitchFamily="2" charset="2"/>
                <a:buChar char="ü"/>
              </a:pPr>
              <a:r>
                <a:rPr lang="pt-BR" sz="1800" dirty="0">
                  <a:solidFill>
                    <a:schemeClr val="bg1"/>
                  </a:solidFill>
                  <a:ea typeface="Open Sans Light" panose="020B0306030504020204" pitchFamily="34" charset="0"/>
                  <a:cs typeface="Open Sans Light" panose="020B0306030504020204" pitchFamily="34" charset="0"/>
                </a:rPr>
                <a:t>Data mapping, Incidentes</a:t>
              </a:r>
            </a:p>
            <a:p>
              <a:pPr marL="457200" indent="-457200" algn="l">
                <a:lnSpc>
                  <a:spcPct val="100000"/>
                </a:lnSpc>
                <a:buFont typeface="Wingdings" pitchFamily="2" charset="2"/>
                <a:buChar char="ü"/>
              </a:pPr>
              <a:r>
                <a:rPr lang="pt-BR" sz="1800" dirty="0">
                  <a:solidFill>
                    <a:schemeClr val="bg1"/>
                  </a:solidFill>
                  <a:ea typeface="Open Sans Light" panose="020B0306030504020204" pitchFamily="34" charset="0"/>
                  <a:cs typeface="Open Sans Light" panose="020B0306030504020204" pitchFamily="34" charset="0"/>
                </a:rPr>
                <a:t>Contratos, relatórios</a:t>
              </a:r>
            </a:p>
            <a:p>
              <a:pPr marL="457200" indent="-457200" algn="l">
                <a:lnSpc>
                  <a:spcPct val="100000"/>
                </a:lnSpc>
                <a:buFont typeface="Wingdings" pitchFamily="2" charset="2"/>
                <a:buChar char="ü"/>
              </a:pPr>
              <a:r>
                <a:rPr lang="pt-BR" sz="1800" dirty="0">
                  <a:solidFill>
                    <a:schemeClr val="bg1"/>
                  </a:solidFill>
                  <a:ea typeface="Open Sans Light" panose="020B0306030504020204" pitchFamily="34" charset="0"/>
                  <a:cs typeface="Open Sans Light" panose="020B0306030504020204" pitchFamily="34" charset="0"/>
                </a:rPr>
                <a:t>Descoberta de dados</a:t>
              </a:r>
            </a:p>
          </p:txBody>
        </p:sp>
        <p:sp>
          <p:nvSpPr>
            <p:cNvPr id="18" name="TextBox 21">
              <a:extLst>
                <a:ext uri="{FF2B5EF4-FFF2-40B4-BE49-F238E27FC236}">
                  <a16:creationId xmlns:a16="http://schemas.microsoft.com/office/drawing/2014/main" id="{FBF53C1B-9DEB-997F-1335-1F46823F7FBA}"/>
                </a:ext>
              </a:extLst>
            </p:cNvPr>
            <p:cNvSpPr txBox="1"/>
            <p:nvPr/>
          </p:nvSpPr>
          <p:spPr>
            <a:xfrm rot="18900000">
              <a:off x="7485408" y="2954663"/>
              <a:ext cx="1774569" cy="661783"/>
            </a:xfrm>
            <a:prstGeom prst="rect">
              <a:avLst/>
            </a:prstGeom>
            <a:noFill/>
          </p:spPr>
          <p:txBody>
            <a:bodyPr wrap="none" rtlCol="0" anchor="ctr" anchorCtr="0">
              <a:spAutoFit/>
            </a:bodyPr>
            <a:lstStyle/>
            <a:p>
              <a:pPr defTabSz="1828434" rtl="0">
                <a:lnSpc>
                  <a:spcPts val="5000"/>
                </a:lnSpc>
                <a:defRPr/>
              </a:pPr>
              <a:r>
                <a:rPr lang="pt-PT" sz="2400" b="1" kern="1200" dirty="0">
                  <a:solidFill>
                    <a:srgbClr val="AAAAAA"/>
                  </a:solidFill>
                  <a:latin typeface="Open Sans" panose="020B0606030504020204" pitchFamily="34" charset="0"/>
                  <a:ea typeface="League Spartan" charset="0"/>
                  <a:cs typeface="Poppins" pitchFamily="2" charset="77"/>
                </a:rPr>
                <a:t>Processos</a:t>
              </a:r>
            </a:p>
          </p:txBody>
        </p:sp>
        <p:sp>
          <p:nvSpPr>
            <p:cNvPr id="19" name="TextBox 27">
              <a:extLst>
                <a:ext uri="{FF2B5EF4-FFF2-40B4-BE49-F238E27FC236}">
                  <a16:creationId xmlns:a16="http://schemas.microsoft.com/office/drawing/2014/main" id="{2190B199-976E-182B-24AD-95745ACA0309}"/>
                </a:ext>
              </a:extLst>
            </p:cNvPr>
            <p:cNvSpPr txBox="1"/>
            <p:nvPr/>
          </p:nvSpPr>
          <p:spPr>
            <a:xfrm rot="2700000">
              <a:off x="15047318" y="3323918"/>
              <a:ext cx="1992369" cy="685282"/>
            </a:xfrm>
            <a:prstGeom prst="rect">
              <a:avLst/>
            </a:prstGeom>
            <a:noFill/>
          </p:spPr>
          <p:txBody>
            <a:bodyPr wrap="none" rtlCol="0" anchor="ctr" anchorCtr="0">
              <a:spAutoFit/>
            </a:bodyPr>
            <a:lstStyle/>
            <a:p>
              <a:pPr defTabSz="1828434" rtl="0">
                <a:lnSpc>
                  <a:spcPts val="5000"/>
                </a:lnSpc>
                <a:defRPr/>
              </a:pPr>
              <a:r>
                <a:rPr lang="pt-PT" sz="2400" b="1" kern="1200" dirty="0">
                  <a:solidFill>
                    <a:srgbClr val="AAAAAA"/>
                  </a:solidFill>
                  <a:latin typeface="Open Sans" panose="020B0606030504020204" pitchFamily="34" charset="0"/>
                  <a:ea typeface="League Spartan" charset="0"/>
                  <a:cs typeface="Poppins" pitchFamily="2" charset="77"/>
                </a:rPr>
                <a:t>Tecnologias</a:t>
              </a:r>
            </a:p>
          </p:txBody>
        </p:sp>
        <p:sp>
          <p:nvSpPr>
            <p:cNvPr id="20" name="TextBox 28">
              <a:extLst>
                <a:ext uri="{FF2B5EF4-FFF2-40B4-BE49-F238E27FC236}">
                  <a16:creationId xmlns:a16="http://schemas.microsoft.com/office/drawing/2014/main" id="{CC63DECF-038A-9581-C9B5-5032721B1340}"/>
                </a:ext>
              </a:extLst>
            </p:cNvPr>
            <p:cNvSpPr txBox="1"/>
            <p:nvPr/>
          </p:nvSpPr>
          <p:spPr>
            <a:xfrm rot="2700000">
              <a:off x="7081059" y="9517909"/>
              <a:ext cx="1799601" cy="685282"/>
            </a:xfrm>
            <a:prstGeom prst="rect">
              <a:avLst/>
            </a:prstGeom>
            <a:noFill/>
          </p:spPr>
          <p:txBody>
            <a:bodyPr wrap="none" rtlCol="0" anchor="ctr" anchorCtr="0">
              <a:spAutoFit/>
            </a:bodyPr>
            <a:lstStyle/>
            <a:p>
              <a:pPr defTabSz="1828434" rtl="0">
                <a:lnSpc>
                  <a:spcPts val="5000"/>
                </a:lnSpc>
                <a:defRPr/>
              </a:pPr>
              <a:r>
                <a:rPr lang="pt-PT" sz="2400" b="1" kern="1200" dirty="0">
                  <a:solidFill>
                    <a:srgbClr val="AAAAAA"/>
                  </a:solidFill>
                  <a:latin typeface="Open Sans" panose="020B0606030504020204" pitchFamily="34" charset="0"/>
                  <a:ea typeface="League Spartan" charset="0"/>
                  <a:cs typeface="Poppins" pitchFamily="2" charset="77"/>
                </a:rPr>
                <a:t>Legislação</a:t>
              </a:r>
            </a:p>
          </p:txBody>
        </p:sp>
        <p:sp>
          <p:nvSpPr>
            <p:cNvPr id="21" name="TextBox 29">
              <a:extLst>
                <a:ext uri="{FF2B5EF4-FFF2-40B4-BE49-F238E27FC236}">
                  <a16:creationId xmlns:a16="http://schemas.microsoft.com/office/drawing/2014/main" id="{70F28B4D-DE22-6725-162B-EA2F95A6A6B8}"/>
                </a:ext>
              </a:extLst>
            </p:cNvPr>
            <p:cNvSpPr txBox="1"/>
            <p:nvPr/>
          </p:nvSpPr>
          <p:spPr>
            <a:xfrm rot="18900000">
              <a:off x="13963958" y="9606733"/>
              <a:ext cx="4227062" cy="661783"/>
            </a:xfrm>
            <a:prstGeom prst="rect">
              <a:avLst/>
            </a:prstGeom>
            <a:noFill/>
          </p:spPr>
          <p:txBody>
            <a:bodyPr wrap="square" rtlCol="0" anchor="ctr" anchorCtr="0">
              <a:spAutoFit/>
            </a:bodyPr>
            <a:lstStyle/>
            <a:p>
              <a:pPr defTabSz="1828434" rtl="0">
                <a:lnSpc>
                  <a:spcPts val="5000"/>
                </a:lnSpc>
                <a:defRPr/>
              </a:pPr>
              <a:r>
                <a:rPr lang="pt-PT" sz="2400" b="1" kern="1200" dirty="0">
                  <a:solidFill>
                    <a:srgbClr val="AAAAAA"/>
                  </a:solidFill>
                  <a:latin typeface="Open Sans" panose="020B0606030504020204" pitchFamily="34" charset="0"/>
                  <a:ea typeface="League Spartan" charset="0"/>
                  <a:cs typeface="Poppins" pitchFamily="2" charset="77"/>
                </a:rPr>
                <a:t>Gestão de Projetos</a:t>
              </a:r>
            </a:p>
          </p:txBody>
        </p:sp>
        <p:sp>
          <p:nvSpPr>
            <p:cNvPr id="22" name="TextBox 30">
              <a:extLst>
                <a:ext uri="{FF2B5EF4-FFF2-40B4-BE49-F238E27FC236}">
                  <a16:creationId xmlns:a16="http://schemas.microsoft.com/office/drawing/2014/main" id="{EFEEF661-5FE3-F673-0095-EB74DBE399B3}"/>
                </a:ext>
              </a:extLst>
            </p:cNvPr>
            <p:cNvSpPr txBox="1"/>
            <p:nvPr/>
          </p:nvSpPr>
          <p:spPr>
            <a:xfrm>
              <a:off x="10732693" y="6507867"/>
              <a:ext cx="2534041" cy="782644"/>
            </a:xfrm>
            <a:prstGeom prst="rect">
              <a:avLst/>
            </a:prstGeom>
            <a:noFill/>
          </p:spPr>
          <p:txBody>
            <a:bodyPr wrap="none" rtlCol="0" anchor="ctr" anchorCtr="0">
              <a:spAutoFit/>
            </a:bodyPr>
            <a:lstStyle/>
            <a:p>
              <a:pPr defTabSz="1828434" rtl="0">
                <a:lnSpc>
                  <a:spcPts val="5000"/>
                </a:lnSpc>
                <a:defRPr/>
              </a:pPr>
              <a:r>
                <a:rPr lang="pt-PT" sz="6000" b="1" kern="1200" dirty="0">
                  <a:solidFill>
                    <a:srgbClr val="FFFFFF"/>
                  </a:solidFill>
                  <a:latin typeface="Open Sans" panose="020B0606030504020204" pitchFamily="34" charset="0"/>
                  <a:ea typeface="League Spartan" charset="0"/>
                  <a:cs typeface="Poppins" pitchFamily="2" charset="77"/>
                </a:rPr>
                <a:t> LGPD</a:t>
              </a:r>
            </a:p>
          </p:txBody>
        </p:sp>
      </p:grpSp>
      <p:grpSp>
        <p:nvGrpSpPr>
          <p:cNvPr id="23" name="Agrupar 22">
            <a:extLst>
              <a:ext uri="{FF2B5EF4-FFF2-40B4-BE49-F238E27FC236}">
                <a16:creationId xmlns:a16="http://schemas.microsoft.com/office/drawing/2014/main" id="{B8B9397F-F877-23A5-F432-BDA58BAA06D5}"/>
              </a:ext>
            </a:extLst>
          </p:cNvPr>
          <p:cNvGrpSpPr/>
          <p:nvPr/>
        </p:nvGrpSpPr>
        <p:grpSpPr>
          <a:xfrm>
            <a:off x="6056674" y="1660357"/>
            <a:ext cx="12111009" cy="11542863"/>
            <a:chOff x="5834008" y="795713"/>
            <a:chExt cx="12715983" cy="11703867"/>
          </a:xfrm>
        </p:grpSpPr>
        <p:sp>
          <p:nvSpPr>
            <p:cNvPr id="24" name="Donut 13">
              <a:extLst>
                <a:ext uri="{FF2B5EF4-FFF2-40B4-BE49-F238E27FC236}">
                  <a16:creationId xmlns:a16="http://schemas.microsoft.com/office/drawing/2014/main" id="{7DD4586C-172E-8347-BDF6-871E5C28644D}"/>
                </a:ext>
              </a:extLst>
            </p:cNvPr>
            <p:cNvSpPr/>
            <p:nvPr/>
          </p:nvSpPr>
          <p:spPr>
            <a:xfrm>
              <a:off x="5834008" y="795713"/>
              <a:ext cx="12715983" cy="11703867"/>
            </a:xfrm>
            <a:prstGeom prst="donut">
              <a:avLst>
                <a:gd name="adj" fmla="val 3894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defTabSz="1828434" rtl="0">
                <a:defRPr/>
              </a:pPr>
              <a:endParaRPr lang="pt-PT" sz="2800" kern="1200">
                <a:solidFill>
                  <a:srgbClr val="FFFFFF"/>
                </a:solidFill>
                <a:latin typeface="Lato Light" panose="020F0502020204030203" pitchFamily="34" charset="0"/>
              </a:endParaRPr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A681E158-0E78-CD67-F99F-9D5FB823CBBD}"/>
                </a:ext>
              </a:extLst>
            </p:cNvPr>
            <p:cNvSpPr/>
            <p:nvPr/>
          </p:nvSpPr>
          <p:spPr>
            <a:xfrm>
              <a:off x="9482249" y="4210617"/>
              <a:ext cx="5034916" cy="5121854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defTabSz="1828434" rtl="0">
                <a:defRPr/>
              </a:pPr>
              <a:endParaRPr lang="pt-PT" sz="2800" kern="1200">
                <a:solidFill>
                  <a:srgbClr val="FFFFFF"/>
                </a:solidFill>
                <a:latin typeface="Lato Light" panose="020F0502020204030203" pitchFamily="34" charset="0"/>
              </a:endParaRPr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CC11795D-FF2D-12FE-8752-E7119B3DC23F}"/>
                </a:ext>
              </a:extLst>
            </p:cNvPr>
            <p:cNvSpPr/>
            <p:nvPr/>
          </p:nvSpPr>
          <p:spPr>
            <a:xfrm>
              <a:off x="7222398" y="5814101"/>
              <a:ext cx="4027643" cy="402623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defTabSz="1828434" rtl="0">
                <a:defRPr/>
              </a:pPr>
              <a:endParaRPr lang="pt-PT" sz="2800" kern="1200">
                <a:solidFill>
                  <a:srgbClr val="FFFFFF"/>
                </a:solidFill>
                <a:latin typeface="Lato Light" panose="020F0502020204030203" pitchFamily="34" charset="0"/>
              </a:endParaRPr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C010A286-B4FF-6AAD-42F6-4795610E0CD4}"/>
                </a:ext>
              </a:extLst>
            </p:cNvPr>
            <p:cNvSpPr/>
            <p:nvPr/>
          </p:nvSpPr>
          <p:spPr>
            <a:xfrm>
              <a:off x="10032879" y="1803889"/>
              <a:ext cx="4027643" cy="402623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defTabSz="1828434" rtl="0">
                <a:defRPr/>
              </a:pPr>
              <a:endParaRPr lang="pt-PT" sz="2800" kern="1200">
                <a:solidFill>
                  <a:srgbClr val="FFFFFF"/>
                </a:solidFill>
                <a:latin typeface="Lato Light" panose="020F0502020204030203" pitchFamily="34" charset="0"/>
              </a:endParaRPr>
            </a:p>
          </p:txBody>
        </p:sp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C92A5A13-FDF3-2DEA-40C9-DEAF55761F54}"/>
                </a:ext>
              </a:extLst>
            </p:cNvPr>
            <p:cNvSpPr/>
            <p:nvPr/>
          </p:nvSpPr>
          <p:spPr>
            <a:xfrm>
              <a:off x="12538880" y="5911394"/>
              <a:ext cx="4027643" cy="402623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defTabSz="1828434" rtl="0">
                <a:defRPr/>
              </a:pPr>
              <a:endParaRPr lang="pt-PT" sz="2800" kern="1200">
                <a:solidFill>
                  <a:srgbClr val="FFFFFF"/>
                </a:solidFill>
                <a:latin typeface="Lato Light" panose="020F0502020204030203" pitchFamily="34" charset="0"/>
              </a:endParaRPr>
            </a:p>
          </p:txBody>
        </p:sp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AFE679B7-BCD3-4C1D-ED51-F53A2403B7F3}"/>
                </a:ext>
              </a:extLst>
            </p:cNvPr>
            <p:cNvSpPr/>
            <p:nvPr/>
          </p:nvSpPr>
          <p:spPr>
            <a:xfrm>
              <a:off x="10505144" y="5251173"/>
              <a:ext cx="2989126" cy="3040739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defTabSz="1828434" rtl="0">
                <a:defRPr/>
              </a:pPr>
              <a:endParaRPr lang="pt-PT" sz="2800" kern="1200">
                <a:solidFill>
                  <a:srgbClr val="FFFFFF"/>
                </a:solidFill>
                <a:latin typeface="Lato Light" panose="020F0502020204030203" pitchFamily="34" charset="0"/>
              </a:endParaRPr>
            </a:p>
          </p:txBody>
        </p:sp>
        <p:sp>
          <p:nvSpPr>
            <p:cNvPr id="30" name="TextBox 15">
              <a:extLst>
                <a:ext uri="{FF2B5EF4-FFF2-40B4-BE49-F238E27FC236}">
                  <a16:creationId xmlns:a16="http://schemas.microsoft.com/office/drawing/2014/main" id="{0B614E46-1669-AE90-8B2E-50A3BA357DC8}"/>
                </a:ext>
              </a:extLst>
            </p:cNvPr>
            <p:cNvSpPr txBox="1"/>
            <p:nvPr/>
          </p:nvSpPr>
          <p:spPr>
            <a:xfrm>
              <a:off x="8374675" y="6302129"/>
              <a:ext cx="1397559" cy="661783"/>
            </a:xfrm>
            <a:prstGeom prst="rect">
              <a:avLst/>
            </a:prstGeom>
            <a:noFill/>
          </p:spPr>
          <p:txBody>
            <a:bodyPr wrap="none" rtlCol="0" anchor="b" anchorCtr="0">
              <a:spAutoFit/>
            </a:bodyPr>
            <a:lstStyle/>
            <a:p>
              <a:pPr defTabSz="1828434" rtl="0">
                <a:lnSpc>
                  <a:spcPts val="5000"/>
                </a:lnSpc>
                <a:defRPr/>
              </a:pPr>
              <a:r>
                <a:rPr lang="pt-PT" sz="2400" b="1" kern="1200" dirty="0">
                  <a:solidFill>
                    <a:srgbClr val="FFFFFF"/>
                  </a:solidFill>
                  <a:latin typeface="Open Sans" panose="020B0606030504020204" pitchFamily="34" charset="0"/>
                  <a:ea typeface="League Spartan" charset="0"/>
                  <a:cs typeface="Poppins" pitchFamily="2" charset="77"/>
                </a:rPr>
                <a:t>Cultura</a:t>
              </a:r>
            </a:p>
          </p:txBody>
        </p:sp>
        <p:sp>
          <p:nvSpPr>
            <p:cNvPr id="31" name="Subtitle 2">
              <a:extLst>
                <a:ext uri="{FF2B5EF4-FFF2-40B4-BE49-F238E27FC236}">
                  <a16:creationId xmlns:a16="http://schemas.microsoft.com/office/drawing/2014/main" id="{AD7668AE-8525-74DE-3A5C-34ED5A375992}"/>
                </a:ext>
              </a:extLst>
            </p:cNvPr>
            <p:cNvSpPr txBox="1">
              <a:spLocks/>
            </p:cNvSpPr>
            <p:nvPr/>
          </p:nvSpPr>
          <p:spPr>
            <a:xfrm>
              <a:off x="8034867" y="7033815"/>
              <a:ext cx="3260930" cy="2119928"/>
            </a:xfrm>
            <a:prstGeom prst="rect">
              <a:avLst/>
            </a:prstGeom>
          </p:spPr>
          <p:txBody>
            <a:bodyPr vert="horz" wrap="square" lIns="91440" tIns="45720" rIns="91440" bIns="45720" rtlCol="0" anchor="t">
              <a:spAutoFit/>
            </a:bodyPr>
            <a:lstStyle>
              <a:lvl1pPr marL="0" indent="0" algn="ctr" defTabSz="1087636" rtl="0" eaLnBrk="1" latinLnBrk="0" hangingPunct="1">
                <a:lnSpc>
                  <a:spcPct val="120000"/>
                </a:lnSpc>
                <a:spcBef>
                  <a:spcPct val="20000"/>
                </a:spcBef>
                <a:buFont typeface="Arial"/>
                <a:buNone/>
                <a:defRPr sz="2400" kern="1200">
                  <a:solidFill>
                    <a:schemeClr val="tx2"/>
                  </a:solidFill>
                  <a:latin typeface="Open Sans Light"/>
                  <a:ea typeface="+mn-ea"/>
                  <a:cs typeface="Open Sans Light"/>
                </a:defRPr>
              </a:lvl1pPr>
              <a:lvl2pPr marL="1087636" indent="0" algn="ctr" defTabSz="1087636" rtl="0" eaLnBrk="1" latinLnBrk="0" hangingPunct="1">
                <a:lnSpc>
                  <a:spcPct val="130000"/>
                </a:lnSpc>
                <a:spcBef>
                  <a:spcPct val="20000"/>
                </a:spcBef>
                <a:buFont typeface="Arial"/>
                <a:buNone/>
                <a:defRPr sz="3200" kern="1200">
                  <a:solidFill>
                    <a:schemeClr val="tx1">
                      <a:tint val="75000"/>
                    </a:schemeClr>
                  </a:solidFill>
                  <a:latin typeface="Open Sans"/>
                  <a:ea typeface="+mn-ea"/>
                  <a:cs typeface="Open Sans"/>
                </a:defRPr>
              </a:lvl2pPr>
              <a:lvl3pPr marL="2175271" indent="0" algn="ctr" defTabSz="1087636" rtl="0" eaLnBrk="1" latinLnBrk="0" hangingPunct="1">
                <a:lnSpc>
                  <a:spcPct val="130000"/>
                </a:lnSpc>
                <a:spcBef>
                  <a:spcPct val="20000"/>
                </a:spcBef>
                <a:buFont typeface="Arial"/>
                <a:buNone/>
                <a:defRPr sz="3200" kern="1200">
                  <a:solidFill>
                    <a:schemeClr val="tx1">
                      <a:tint val="75000"/>
                    </a:schemeClr>
                  </a:solidFill>
                  <a:latin typeface="Open Sans"/>
                  <a:ea typeface="+mn-ea"/>
                  <a:cs typeface="Open Sans"/>
                </a:defRPr>
              </a:lvl3pPr>
              <a:lvl4pPr marL="3262912" indent="0" algn="ctr" defTabSz="1087636" rtl="0" eaLnBrk="1" latinLnBrk="0" hangingPunct="1">
                <a:lnSpc>
                  <a:spcPct val="130000"/>
                </a:lnSpc>
                <a:spcBef>
                  <a:spcPct val="20000"/>
                </a:spcBef>
                <a:buFont typeface="Arial"/>
                <a:buNone/>
                <a:defRPr sz="3200" kern="1200">
                  <a:solidFill>
                    <a:schemeClr val="tx1">
                      <a:tint val="75000"/>
                    </a:schemeClr>
                  </a:solidFill>
                  <a:latin typeface="Open Sans"/>
                  <a:ea typeface="+mn-ea"/>
                  <a:cs typeface="Open Sans"/>
                </a:defRPr>
              </a:lvl4pPr>
              <a:lvl5pPr marL="4350546" indent="0" algn="ctr" defTabSz="1087636" rtl="0" eaLnBrk="1" latinLnBrk="0" hangingPunct="1">
                <a:lnSpc>
                  <a:spcPct val="130000"/>
                </a:lnSpc>
                <a:spcBef>
                  <a:spcPct val="20000"/>
                </a:spcBef>
                <a:buFont typeface="Arial"/>
                <a:buNone/>
                <a:defRPr sz="3200" kern="1200">
                  <a:solidFill>
                    <a:schemeClr val="tx1">
                      <a:tint val="75000"/>
                    </a:schemeClr>
                  </a:solidFill>
                  <a:latin typeface="Open Sans"/>
                  <a:ea typeface="+mn-ea"/>
                  <a:cs typeface="Open Sans"/>
                </a:defRPr>
              </a:lvl5pPr>
              <a:lvl6pPr marL="5438184" indent="0" algn="ctr" defTabSz="1087636" rtl="0" eaLnBrk="1" latinLnBrk="0" hangingPunct="1">
                <a:spcBef>
                  <a:spcPct val="20000"/>
                </a:spcBef>
                <a:buFont typeface="Arial"/>
                <a:buNone/>
                <a:defRPr sz="48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6pPr>
              <a:lvl7pPr marL="6525820" indent="0" algn="ctr" defTabSz="1087636" rtl="0" eaLnBrk="1" latinLnBrk="0" hangingPunct="1">
                <a:spcBef>
                  <a:spcPct val="20000"/>
                </a:spcBef>
                <a:buFont typeface="Arial"/>
                <a:buNone/>
                <a:defRPr sz="48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7pPr>
              <a:lvl8pPr marL="7613455" indent="0" algn="ctr" defTabSz="1087636" rtl="0" eaLnBrk="1" latinLnBrk="0" hangingPunct="1">
                <a:spcBef>
                  <a:spcPct val="20000"/>
                </a:spcBef>
                <a:buFont typeface="Arial"/>
                <a:buNone/>
                <a:defRPr sz="48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8pPr>
              <a:lvl9pPr marL="8701091" indent="0" algn="ctr" defTabSz="1087636" rtl="0" eaLnBrk="1" latinLnBrk="0" hangingPunct="1">
                <a:spcBef>
                  <a:spcPct val="20000"/>
                </a:spcBef>
                <a:buFont typeface="Arial"/>
                <a:buNone/>
                <a:defRPr sz="48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342900" indent="-342900" algn="l">
                <a:lnSpc>
                  <a:spcPts val="3200"/>
                </a:lnSpc>
                <a:spcBef>
                  <a:spcPts val="0"/>
                </a:spcBef>
                <a:buFont typeface="Wingdings" pitchFamily="2" charset="2"/>
                <a:buChar char="ü"/>
                <a:defRPr/>
              </a:pPr>
              <a:r>
                <a:rPr lang="pt-PT" sz="1800" dirty="0">
                  <a:solidFill>
                    <a:srgbClr val="FFFFFF"/>
                  </a:solidFill>
                  <a:latin typeface="Lato Light" panose="020F0502020204030203" pitchFamily="34" charset="0"/>
                  <a:ea typeface="Lato Light" panose="020F0502020204030203" pitchFamily="34" charset="0"/>
                  <a:cs typeface="Mukta ExtraLight" panose="020B0000000000000000" pitchFamily="34" charset="77"/>
                </a:rPr>
                <a:t>Conteúdos</a:t>
              </a:r>
            </a:p>
            <a:p>
              <a:pPr marL="342900" indent="-342900" algn="l">
                <a:lnSpc>
                  <a:spcPts val="3200"/>
                </a:lnSpc>
                <a:spcBef>
                  <a:spcPts val="0"/>
                </a:spcBef>
                <a:buFont typeface="Wingdings" pitchFamily="2" charset="2"/>
                <a:buChar char="ü"/>
                <a:defRPr/>
              </a:pPr>
              <a:r>
                <a:rPr lang="pt-PT" sz="1800" dirty="0">
                  <a:solidFill>
                    <a:srgbClr val="FFFFFF"/>
                  </a:solidFill>
                  <a:latin typeface="Lato Light" panose="020F0502020204030203" pitchFamily="34" charset="0"/>
                  <a:ea typeface="Lato Light" panose="020F0502020204030203" pitchFamily="34" charset="0"/>
                  <a:cs typeface="Mukta ExtraLight" panose="020B0000000000000000" pitchFamily="34" charset="77"/>
                </a:rPr>
                <a:t>Trilhas de formação</a:t>
              </a:r>
            </a:p>
            <a:p>
              <a:pPr marL="342900" indent="-342900" algn="l">
                <a:lnSpc>
                  <a:spcPts val="3200"/>
                </a:lnSpc>
                <a:spcBef>
                  <a:spcPts val="0"/>
                </a:spcBef>
                <a:buFont typeface="Wingdings" pitchFamily="2" charset="2"/>
                <a:buChar char="ü"/>
                <a:defRPr/>
              </a:pPr>
              <a:r>
                <a:rPr lang="pt-PT" sz="1800" dirty="0">
                  <a:solidFill>
                    <a:srgbClr val="FFFFFF"/>
                  </a:solidFill>
                  <a:latin typeface="Lato Light" panose="020F0502020204030203" pitchFamily="34" charset="0"/>
                  <a:ea typeface="Lato Light" panose="020F0502020204030203" pitchFamily="34" charset="0"/>
                  <a:cs typeface="Mukta ExtraLight" panose="020B0000000000000000" pitchFamily="34" charset="77"/>
                </a:rPr>
                <a:t>Gamificação</a:t>
              </a:r>
            </a:p>
            <a:p>
              <a:pPr marL="342900" indent="-342900" algn="l">
                <a:lnSpc>
                  <a:spcPts val="3200"/>
                </a:lnSpc>
                <a:spcBef>
                  <a:spcPts val="0"/>
                </a:spcBef>
                <a:buFont typeface="Wingdings" pitchFamily="2" charset="2"/>
                <a:buChar char="ü"/>
                <a:defRPr/>
              </a:pPr>
              <a:r>
                <a:rPr lang="pt-PT" sz="1800" dirty="0">
                  <a:solidFill>
                    <a:srgbClr val="FFFFFF"/>
                  </a:solidFill>
                  <a:latin typeface="Lato Light" panose="020F0502020204030203" pitchFamily="34" charset="0"/>
                  <a:ea typeface="Lato Light" panose="020F0502020204030203" pitchFamily="34" charset="0"/>
                  <a:cs typeface="Mukta ExtraLight" panose="020B0000000000000000" pitchFamily="34" charset="77"/>
                </a:rPr>
                <a:t>Motivação</a:t>
              </a:r>
            </a:p>
            <a:p>
              <a:pPr marL="342900" indent="-342900" algn="l">
                <a:lnSpc>
                  <a:spcPts val="3200"/>
                </a:lnSpc>
                <a:spcBef>
                  <a:spcPts val="0"/>
                </a:spcBef>
                <a:buFont typeface="Wingdings" pitchFamily="2" charset="2"/>
                <a:buChar char="ü"/>
                <a:defRPr/>
              </a:pPr>
              <a:r>
                <a:rPr lang="pt-PT" sz="1800" dirty="0">
                  <a:solidFill>
                    <a:srgbClr val="FFFFFF"/>
                  </a:solidFill>
                  <a:latin typeface="Lato Light" panose="020F0502020204030203" pitchFamily="34" charset="0"/>
                  <a:ea typeface="Lato Light" panose="020F0502020204030203" pitchFamily="34" charset="0"/>
                  <a:cs typeface="Mukta ExtraLight" panose="020B0000000000000000" pitchFamily="34" charset="77"/>
                </a:rPr>
                <a:t>Avaliação</a:t>
              </a:r>
            </a:p>
          </p:txBody>
        </p:sp>
        <p:sp>
          <p:nvSpPr>
            <p:cNvPr id="32" name="TextBox 19">
              <a:extLst>
                <a:ext uri="{FF2B5EF4-FFF2-40B4-BE49-F238E27FC236}">
                  <a16:creationId xmlns:a16="http://schemas.microsoft.com/office/drawing/2014/main" id="{7F98A2D3-F015-D3D7-494E-BF5E1D8E4FE1}"/>
                </a:ext>
              </a:extLst>
            </p:cNvPr>
            <p:cNvSpPr txBox="1"/>
            <p:nvPr/>
          </p:nvSpPr>
          <p:spPr>
            <a:xfrm>
              <a:off x="13795895" y="6469251"/>
              <a:ext cx="2122966" cy="661783"/>
            </a:xfrm>
            <a:prstGeom prst="rect">
              <a:avLst/>
            </a:prstGeom>
            <a:noFill/>
          </p:spPr>
          <p:txBody>
            <a:bodyPr wrap="none" rtlCol="0" anchor="b" anchorCtr="0">
              <a:spAutoFit/>
            </a:bodyPr>
            <a:lstStyle/>
            <a:p>
              <a:pPr defTabSz="1828434" rtl="0">
                <a:lnSpc>
                  <a:spcPts val="5000"/>
                </a:lnSpc>
                <a:defRPr/>
              </a:pPr>
              <a:r>
                <a:rPr lang="pt-PT" sz="2400" b="1" kern="1200" dirty="0">
                  <a:solidFill>
                    <a:srgbClr val="FFFFFF"/>
                  </a:solidFill>
                  <a:latin typeface="Open Sans" panose="020B0606030504020204" pitchFamily="34" charset="0"/>
                  <a:ea typeface="League Spartan" charset="0"/>
                  <a:cs typeface="Poppins" pitchFamily="2" charset="77"/>
                </a:rPr>
                <a:t>Governança</a:t>
              </a:r>
            </a:p>
          </p:txBody>
        </p:sp>
        <p:sp>
          <p:nvSpPr>
            <p:cNvPr id="33" name="Subtitle 2">
              <a:extLst>
                <a:ext uri="{FF2B5EF4-FFF2-40B4-BE49-F238E27FC236}">
                  <a16:creationId xmlns:a16="http://schemas.microsoft.com/office/drawing/2014/main" id="{C86F0B84-E2F0-0B12-4EF5-5CB64E4792BC}"/>
                </a:ext>
              </a:extLst>
            </p:cNvPr>
            <p:cNvSpPr txBox="1">
              <a:spLocks/>
            </p:cNvSpPr>
            <p:nvPr/>
          </p:nvSpPr>
          <p:spPr>
            <a:xfrm>
              <a:off x="13728295" y="7263526"/>
              <a:ext cx="2290260" cy="1703835"/>
            </a:xfrm>
            <a:prstGeom prst="rect">
              <a:avLst/>
            </a:prstGeom>
          </p:spPr>
          <p:txBody>
            <a:bodyPr vert="horz" wrap="square" lIns="91440" tIns="45720" rIns="91440" bIns="45720" rtlCol="0" anchor="t">
              <a:spAutoFit/>
            </a:bodyPr>
            <a:lstStyle>
              <a:lvl1pPr marL="0" indent="0" algn="ctr" defTabSz="1087636" rtl="0" eaLnBrk="1" latinLnBrk="0" hangingPunct="1">
                <a:lnSpc>
                  <a:spcPct val="120000"/>
                </a:lnSpc>
                <a:spcBef>
                  <a:spcPct val="20000"/>
                </a:spcBef>
                <a:buFont typeface="Arial"/>
                <a:buNone/>
                <a:defRPr sz="2400" kern="1200">
                  <a:solidFill>
                    <a:schemeClr val="tx2"/>
                  </a:solidFill>
                  <a:latin typeface="Open Sans Light"/>
                  <a:ea typeface="+mn-ea"/>
                  <a:cs typeface="Open Sans Light"/>
                </a:defRPr>
              </a:lvl1pPr>
              <a:lvl2pPr marL="1087636" indent="0" algn="ctr" defTabSz="1087636" rtl="0" eaLnBrk="1" latinLnBrk="0" hangingPunct="1">
                <a:lnSpc>
                  <a:spcPct val="130000"/>
                </a:lnSpc>
                <a:spcBef>
                  <a:spcPct val="20000"/>
                </a:spcBef>
                <a:buFont typeface="Arial"/>
                <a:buNone/>
                <a:defRPr sz="3200" kern="1200">
                  <a:solidFill>
                    <a:schemeClr val="tx1">
                      <a:tint val="75000"/>
                    </a:schemeClr>
                  </a:solidFill>
                  <a:latin typeface="Open Sans"/>
                  <a:ea typeface="+mn-ea"/>
                  <a:cs typeface="Open Sans"/>
                </a:defRPr>
              </a:lvl2pPr>
              <a:lvl3pPr marL="2175271" indent="0" algn="ctr" defTabSz="1087636" rtl="0" eaLnBrk="1" latinLnBrk="0" hangingPunct="1">
                <a:lnSpc>
                  <a:spcPct val="130000"/>
                </a:lnSpc>
                <a:spcBef>
                  <a:spcPct val="20000"/>
                </a:spcBef>
                <a:buFont typeface="Arial"/>
                <a:buNone/>
                <a:defRPr sz="3200" kern="1200">
                  <a:solidFill>
                    <a:schemeClr val="tx1">
                      <a:tint val="75000"/>
                    </a:schemeClr>
                  </a:solidFill>
                  <a:latin typeface="Open Sans"/>
                  <a:ea typeface="+mn-ea"/>
                  <a:cs typeface="Open Sans"/>
                </a:defRPr>
              </a:lvl3pPr>
              <a:lvl4pPr marL="3262912" indent="0" algn="ctr" defTabSz="1087636" rtl="0" eaLnBrk="1" latinLnBrk="0" hangingPunct="1">
                <a:lnSpc>
                  <a:spcPct val="130000"/>
                </a:lnSpc>
                <a:spcBef>
                  <a:spcPct val="20000"/>
                </a:spcBef>
                <a:buFont typeface="Arial"/>
                <a:buNone/>
                <a:defRPr sz="3200" kern="1200">
                  <a:solidFill>
                    <a:schemeClr val="tx1">
                      <a:tint val="75000"/>
                    </a:schemeClr>
                  </a:solidFill>
                  <a:latin typeface="Open Sans"/>
                  <a:ea typeface="+mn-ea"/>
                  <a:cs typeface="Open Sans"/>
                </a:defRPr>
              </a:lvl4pPr>
              <a:lvl5pPr marL="4350546" indent="0" algn="ctr" defTabSz="1087636" rtl="0" eaLnBrk="1" latinLnBrk="0" hangingPunct="1">
                <a:lnSpc>
                  <a:spcPct val="130000"/>
                </a:lnSpc>
                <a:spcBef>
                  <a:spcPct val="20000"/>
                </a:spcBef>
                <a:buFont typeface="Arial"/>
                <a:buNone/>
                <a:defRPr sz="3200" kern="1200">
                  <a:solidFill>
                    <a:schemeClr val="tx1">
                      <a:tint val="75000"/>
                    </a:schemeClr>
                  </a:solidFill>
                  <a:latin typeface="Open Sans"/>
                  <a:ea typeface="+mn-ea"/>
                  <a:cs typeface="Open Sans"/>
                </a:defRPr>
              </a:lvl5pPr>
              <a:lvl6pPr marL="5438184" indent="0" algn="ctr" defTabSz="1087636" rtl="0" eaLnBrk="1" latinLnBrk="0" hangingPunct="1">
                <a:spcBef>
                  <a:spcPct val="20000"/>
                </a:spcBef>
                <a:buFont typeface="Arial"/>
                <a:buNone/>
                <a:defRPr sz="48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6pPr>
              <a:lvl7pPr marL="6525820" indent="0" algn="ctr" defTabSz="1087636" rtl="0" eaLnBrk="1" latinLnBrk="0" hangingPunct="1">
                <a:spcBef>
                  <a:spcPct val="20000"/>
                </a:spcBef>
                <a:buFont typeface="Arial"/>
                <a:buNone/>
                <a:defRPr sz="48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7pPr>
              <a:lvl8pPr marL="7613455" indent="0" algn="ctr" defTabSz="1087636" rtl="0" eaLnBrk="1" latinLnBrk="0" hangingPunct="1">
                <a:spcBef>
                  <a:spcPct val="20000"/>
                </a:spcBef>
                <a:buFont typeface="Arial"/>
                <a:buNone/>
                <a:defRPr sz="48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8pPr>
              <a:lvl9pPr marL="8701091" indent="0" algn="ctr" defTabSz="1087636" rtl="0" eaLnBrk="1" latinLnBrk="0" hangingPunct="1">
                <a:spcBef>
                  <a:spcPct val="20000"/>
                </a:spcBef>
                <a:buFont typeface="Arial"/>
                <a:buNone/>
                <a:defRPr sz="48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342900" indent="-342900" algn="l">
                <a:lnSpc>
                  <a:spcPts val="3200"/>
                </a:lnSpc>
                <a:spcBef>
                  <a:spcPts val="0"/>
                </a:spcBef>
                <a:buFont typeface="Wingdings" pitchFamily="2" charset="2"/>
                <a:buChar char="ü"/>
                <a:defRPr/>
              </a:pPr>
              <a:r>
                <a:rPr lang="pt-PT" sz="1800" dirty="0">
                  <a:solidFill>
                    <a:srgbClr val="FFFFFF"/>
                  </a:solidFill>
                  <a:latin typeface="Lato Light" panose="020F0502020204030203" pitchFamily="34" charset="0"/>
                  <a:ea typeface="Lato Light" panose="020F0502020204030203" pitchFamily="34" charset="0"/>
                  <a:cs typeface="Mukta ExtraLight" panose="020B0000000000000000" pitchFamily="34" charset="77"/>
                </a:rPr>
                <a:t>Auditorias</a:t>
              </a:r>
            </a:p>
            <a:p>
              <a:pPr marL="342900" indent="-342900" algn="l">
                <a:lnSpc>
                  <a:spcPts val="3200"/>
                </a:lnSpc>
                <a:spcBef>
                  <a:spcPts val="0"/>
                </a:spcBef>
                <a:buFont typeface="Wingdings" pitchFamily="2" charset="2"/>
                <a:buChar char="ü"/>
                <a:defRPr/>
              </a:pPr>
              <a:r>
                <a:rPr lang="pt-PT" sz="1800" dirty="0">
                  <a:solidFill>
                    <a:srgbClr val="FFFFFF"/>
                  </a:solidFill>
                  <a:latin typeface="Lato Light" panose="020F0502020204030203" pitchFamily="34" charset="0"/>
                  <a:ea typeface="Lato Light" panose="020F0502020204030203" pitchFamily="34" charset="0"/>
                  <a:cs typeface="Mukta ExtraLight" panose="020B0000000000000000" pitchFamily="34" charset="77"/>
                </a:rPr>
                <a:t>Alertas</a:t>
              </a:r>
            </a:p>
            <a:p>
              <a:pPr marL="342900" indent="-342900" algn="l">
                <a:lnSpc>
                  <a:spcPts val="3200"/>
                </a:lnSpc>
                <a:spcBef>
                  <a:spcPts val="0"/>
                </a:spcBef>
                <a:buFont typeface="Wingdings" pitchFamily="2" charset="2"/>
                <a:buChar char="ü"/>
                <a:defRPr/>
              </a:pPr>
              <a:r>
                <a:rPr lang="pt-PT" sz="1800" dirty="0">
                  <a:solidFill>
                    <a:srgbClr val="FFFFFF"/>
                  </a:solidFill>
                  <a:latin typeface="Lato Light" panose="020F0502020204030203" pitchFamily="34" charset="0"/>
                  <a:ea typeface="Lato Light" panose="020F0502020204030203" pitchFamily="34" charset="0"/>
                  <a:cs typeface="Mukta ExtraLight" panose="020B0000000000000000" pitchFamily="34" charset="77"/>
                </a:rPr>
                <a:t>Dashboards</a:t>
              </a:r>
            </a:p>
            <a:p>
              <a:pPr marL="342900" indent="-342900" algn="l">
                <a:lnSpc>
                  <a:spcPts val="3200"/>
                </a:lnSpc>
                <a:spcBef>
                  <a:spcPts val="0"/>
                </a:spcBef>
                <a:buFont typeface="Wingdings" pitchFamily="2" charset="2"/>
                <a:buChar char="ü"/>
                <a:defRPr/>
              </a:pPr>
              <a:r>
                <a:rPr lang="pt-PT" sz="1800" dirty="0">
                  <a:solidFill>
                    <a:srgbClr val="FFFFFF"/>
                  </a:solidFill>
                  <a:latin typeface="Lato Light" panose="020F0502020204030203" pitchFamily="34" charset="0"/>
                  <a:ea typeface="Lato Light" panose="020F0502020204030203" pitchFamily="34" charset="0"/>
                  <a:cs typeface="Mukta ExtraLight" panose="020B0000000000000000" pitchFamily="34" charset="77"/>
                </a:rPr>
                <a:t>Gestão visual</a:t>
              </a:r>
            </a:p>
          </p:txBody>
        </p:sp>
        <p:sp>
          <p:nvSpPr>
            <p:cNvPr id="34" name="TextBox 25">
              <a:extLst>
                <a:ext uri="{FF2B5EF4-FFF2-40B4-BE49-F238E27FC236}">
                  <a16:creationId xmlns:a16="http://schemas.microsoft.com/office/drawing/2014/main" id="{27708211-6645-C28A-0438-8ED76279C796}"/>
                </a:ext>
              </a:extLst>
            </p:cNvPr>
            <p:cNvSpPr txBox="1"/>
            <p:nvPr/>
          </p:nvSpPr>
          <p:spPr>
            <a:xfrm>
              <a:off x="11038257" y="1866288"/>
              <a:ext cx="2085669" cy="661783"/>
            </a:xfrm>
            <a:prstGeom prst="rect">
              <a:avLst/>
            </a:prstGeom>
            <a:noFill/>
          </p:spPr>
          <p:txBody>
            <a:bodyPr wrap="none" rtlCol="0" anchor="b" anchorCtr="0">
              <a:spAutoFit/>
            </a:bodyPr>
            <a:lstStyle/>
            <a:p>
              <a:pPr defTabSz="1828434" rtl="0">
                <a:lnSpc>
                  <a:spcPts val="5000"/>
                </a:lnSpc>
                <a:defRPr/>
              </a:pPr>
              <a:r>
                <a:rPr lang="pt-PT" sz="2400" b="1" kern="1200" dirty="0">
                  <a:solidFill>
                    <a:srgbClr val="FFFFFF"/>
                  </a:solidFill>
                  <a:latin typeface="Open Sans" panose="020B0606030504020204" pitchFamily="34" charset="0"/>
                  <a:ea typeface="League Spartan" charset="0"/>
                  <a:cs typeface="Poppins" pitchFamily="2" charset="77"/>
                </a:rPr>
                <a:t>Compliance</a:t>
              </a:r>
            </a:p>
          </p:txBody>
        </p:sp>
        <p:sp>
          <p:nvSpPr>
            <p:cNvPr id="35" name="Subtitle 2">
              <a:extLst>
                <a:ext uri="{FF2B5EF4-FFF2-40B4-BE49-F238E27FC236}">
                  <a16:creationId xmlns:a16="http://schemas.microsoft.com/office/drawing/2014/main" id="{B5222C6A-D581-E4A9-9DA9-BE7B46C70EB9}"/>
                </a:ext>
              </a:extLst>
            </p:cNvPr>
            <p:cNvSpPr txBox="1">
              <a:spLocks/>
            </p:cNvSpPr>
            <p:nvPr/>
          </p:nvSpPr>
          <p:spPr>
            <a:xfrm>
              <a:off x="10436016" y="2526846"/>
              <a:ext cx="3624506" cy="2460706"/>
            </a:xfrm>
            <a:prstGeom prst="rect">
              <a:avLst/>
            </a:prstGeom>
          </p:spPr>
          <p:txBody>
            <a:bodyPr vert="horz" wrap="square" lIns="91440" tIns="45720" rIns="91440" bIns="45720" rtlCol="0" anchor="t">
              <a:spAutoFit/>
            </a:bodyPr>
            <a:lstStyle>
              <a:lvl1pPr marL="0" indent="0" algn="ctr" defTabSz="1087636" rtl="0" eaLnBrk="1" latinLnBrk="0" hangingPunct="1">
                <a:lnSpc>
                  <a:spcPct val="120000"/>
                </a:lnSpc>
                <a:spcBef>
                  <a:spcPct val="20000"/>
                </a:spcBef>
                <a:buFont typeface="Arial"/>
                <a:buNone/>
                <a:defRPr sz="2400" kern="1200">
                  <a:solidFill>
                    <a:schemeClr val="tx2"/>
                  </a:solidFill>
                  <a:latin typeface="Open Sans Light"/>
                  <a:ea typeface="+mn-ea"/>
                  <a:cs typeface="Open Sans Light"/>
                </a:defRPr>
              </a:lvl1pPr>
              <a:lvl2pPr marL="1087636" indent="0" algn="ctr" defTabSz="1087636" rtl="0" eaLnBrk="1" latinLnBrk="0" hangingPunct="1">
                <a:lnSpc>
                  <a:spcPct val="130000"/>
                </a:lnSpc>
                <a:spcBef>
                  <a:spcPct val="20000"/>
                </a:spcBef>
                <a:buFont typeface="Arial"/>
                <a:buNone/>
                <a:defRPr sz="3200" kern="1200">
                  <a:solidFill>
                    <a:schemeClr val="tx1">
                      <a:tint val="75000"/>
                    </a:schemeClr>
                  </a:solidFill>
                  <a:latin typeface="Open Sans"/>
                  <a:ea typeface="+mn-ea"/>
                  <a:cs typeface="Open Sans"/>
                </a:defRPr>
              </a:lvl2pPr>
              <a:lvl3pPr marL="2175271" indent="0" algn="ctr" defTabSz="1087636" rtl="0" eaLnBrk="1" latinLnBrk="0" hangingPunct="1">
                <a:lnSpc>
                  <a:spcPct val="130000"/>
                </a:lnSpc>
                <a:spcBef>
                  <a:spcPct val="20000"/>
                </a:spcBef>
                <a:buFont typeface="Arial"/>
                <a:buNone/>
                <a:defRPr sz="3200" kern="1200">
                  <a:solidFill>
                    <a:schemeClr val="tx1">
                      <a:tint val="75000"/>
                    </a:schemeClr>
                  </a:solidFill>
                  <a:latin typeface="Open Sans"/>
                  <a:ea typeface="+mn-ea"/>
                  <a:cs typeface="Open Sans"/>
                </a:defRPr>
              </a:lvl3pPr>
              <a:lvl4pPr marL="3262912" indent="0" algn="ctr" defTabSz="1087636" rtl="0" eaLnBrk="1" latinLnBrk="0" hangingPunct="1">
                <a:lnSpc>
                  <a:spcPct val="130000"/>
                </a:lnSpc>
                <a:spcBef>
                  <a:spcPct val="20000"/>
                </a:spcBef>
                <a:buFont typeface="Arial"/>
                <a:buNone/>
                <a:defRPr sz="3200" kern="1200">
                  <a:solidFill>
                    <a:schemeClr val="tx1">
                      <a:tint val="75000"/>
                    </a:schemeClr>
                  </a:solidFill>
                  <a:latin typeface="Open Sans"/>
                  <a:ea typeface="+mn-ea"/>
                  <a:cs typeface="Open Sans"/>
                </a:defRPr>
              </a:lvl4pPr>
              <a:lvl5pPr marL="4350546" indent="0" algn="ctr" defTabSz="1087636" rtl="0" eaLnBrk="1" latinLnBrk="0" hangingPunct="1">
                <a:lnSpc>
                  <a:spcPct val="130000"/>
                </a:lnSpc>
                <a:spcBef>
                  <a:spcPct val="20000"/>
                </a:spcBef>
                <a:buFont typeface="Arial"/>
                <a:buNone/>
                <a:defRPr sz="3200" kern="1200">
                  <a:solidFill>
                    <a:schemeClr val="tx1">
                      <a:tint val="75000"/>
                    </a:schemeClr>
                  </a:solidFill>
                  <a:latin typeface="Open Sans"/>
                  <a:ea typeface="+mn-ea"/>
                  <a:cs typeface="Open Sans"/>
                </a:defRPr>
              </a:lvl5pPr>
              <a:lvl6pPr marL="5438184" indent="0" algn="ctr" defTabSz="1087636" rtl="0" eaLnBrk="1" latinLnBrk="0" hangingPunct="1">
                <a:spcBef>
                  <a:spcPct val="20000"/>
                </a:spcBef>
                <a:buFont typeface="Arial"/>
                <a:buNone/>
                <a:defRPr sz="48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6pPr>
              <a:lvl7pPr marL="6525820" indent="0" algn="ctr" defTabSz="1087636" rtl="0" eaLnBrk="1" latinLnBrk="0" hangingPunct="1">
                <a:spcBef>
                  <a:spcPct val="20000"/>
                </a:spcBef>
                <a:buFont typeface="Arial"/>
                <a:buNone/>
                <a:defRPr sz="48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7pPr>
              <a:lvl8pPr marL="7613455" indent="0" algn="ctr" defTabSz="1087636" rtl="0" eaLnBrk="1" latinLnBrk="0" hangingPunct="1">
                <a:spcBef>
                  <a:spcPct val="20000"/>
                </a:spcBef>
                <a:buFont typeface="Arial"/>
                <a:buNone/>
                <a:defRPr sz="48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8pPr>
              <a:lvl9pPr marL="8701091" indent="0" algn="ctr" defTabSz="1087636" rtl="0" eaLnBrk="1" latinLnBrk="0" hangingPunct="1">
                <a:spcBef>
                  <a:spcPct val="20000"/>
                </a:spcBef>
                <a:buFont typeface="Arial"/>
                <a:buNone/>
                <a:defRPr sz="48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457200" indent="-457200" algn="l">
                <a:lnSpc>
                  <a:spcPct val="100000"/>
                </a:lnSpc>
                <a:buFont typeface="Wingdings" pitchFamily="2" charset="2"/>
                <a:buChar char="ü"/>
              </a:pPr>
              <a:r>
                <a:rPr lang="pt-BR" sz="1800" dirty="0">
                  <a:solidFill>
                    <a:schemeClr val="bg1"/>
                  </a:solidFill>
                  <a:ea typeface="Open Sans Light" panose="020B0306030504020204" pitchFamily="34" charset="0"/>
                  <a:cs typeface="Open Sans Light" panose="020B0306030504020204" pitchFamily="34" charset="0"/>
                </a:rPr>
                <a:t>Direito Comparado </a:t>
              </a:r>
            </a:p>
            <a:p>
              <a:pPr marL="457200" indent="-457200" algn="l">
                <a:lnSpc>
                  <a:spcPct val="100000"/>
                </a:lnSpc>
                <a:buFont typeface="Wingdings" pitchFamily="2" charset="2"/>
                <a:buChar char="ü"/>
              </a:pPr>
              <a:r>
                <a:rPr lang="pt-BR" sz="1800" dirty="0">
                  <a:solidFill>
                    <a:schemeClr val="bg1"/>
                  </a:solidFill>
                  <a:ea typeface="Open Sans Light" panose="020B0306030504020204" pitchFamily="34" charset="0"/>
                  <a:cs typeface="Open Sans Light" panose="020B0306030504020204" pitchFamily="34" charset="0"/>
                </a:rPr>
                <a:t>Jurisprudência</a:t>
              </a:r>
            </a:p>
            <a:p>
              <a:pPr marL="457200" indent="-457200" algn="l">
                <a:lnSpc>
                  <a:spcPct val="100000"/>
                </a:lnSpc>
                <a:buFont typeface="Wingdings" pitchFamily="2" charset="2"/>
                <a:buChar char="ü"/>
              </a:pPr>
              <a:r>
                <a:rPr lang="pt-BR" sz="1800" dirty="0">
                  <a:solidFill>
                    <a:schemeClr val="bg1"/>
                  </a:solidFill>
                  <a:ea typeface="Open Sans Light" panose="020B0306030504020204" pitchFamily="34" charset="0"/>
                  <a:cs typeface="Open Sans Light" panose="020B0306030504020204" pitchFamily="34" charset="0"/>
                </a:rPr>
                <a:t>Sites, cookies políticas</a:t>
              </a:r>
            </a:p>
            <a:p>
              <a:pPr marL="457200" indent="-457200" algn="l">
                <a:lnSpc>
                  <a:spcPct val="100000"/>
                </a:lnSpc>
                <a:buFont typeface="Wingdings" pitchFamily="2" charset="2"/>
                <a:buChar char="ü"/>
              </a:pPr>
              <a:r>
                <a:rPr lang="pt-BR" sz="1800" dirty="0">
                  <a:solidFill>
                    <a:schemeClr val="bg1"/>
                  </a:solidFill>
                  <a:ea typeface="Open Sans Light" panose="020B0306030504020204" pitchFamily="34" charset="0"/>
                  <a:cs typeface="Open Sans Light" panose="020B0306030504020204" pitchFamily="34" charset="0"/>
                </a:rPr>
                <a:t>Portal de Privacidade</a:t>
              </a:r>
            </a:p>
            <a:p>
              <a:pPr marL="457200" indent="-457200" algn="l">
                <a:lnSpc>
                  <a:spcPct val="100000"/>
                </a:lnSpc>
                <a:buFont typeface="Wingdings" pitchFamily="2" charset="2"/>
                <a:buChar char="ü"/>
              </a:pPr>
              <a:r>
                <a:rPr lang="pt-BR" sz="1800" dirty="0">
                  <a:solidFill>
                    <a:schemeClr val="bg1"/>
                  </a:solidFill>
                  <a:ea typeface="Open Sans Light" panose="020B0306030504020204" pitchFamily="34" charset="0"/>
                  <a:cs typeface="Open Sans Light" panose="020B0306030504020204" pitchFamily="34" charset="0"/>
                </a:rPr>
                <a:t>Data mapping, Incidentes</a:t>
              </a:r>
            </a:p>
            <a:p>
              <a:pPr marL="457200" indent="-457200" algn="l">
                <a:lnSpc>
                  <a:spcPct val="100000"/>
                </a:lnSpc>
                <a:buFont typeface="Wingdings" pitchFamily="2" charset="2"/>
                <a:buChar char="ü"/>
              </a:pPr>
              <a:r>
                <a:rPr lang="pt-BR" sz="1800" dirty="0">
                  <a:solidFill>
                    <a:schemeClr val="bg1"/>
                  </a:solidFill>
                  <a:ea typeface="Open Sans Light" panose="020B0306030504020204" pitchFamily="34" charset="0"/>
                  <a:cs typeface="Open Sans Light" panose="020B0306030504020204" pitchFamily="34" charset="0"/>
                </a:rPr>
                <a:t>Contratos, relatórios</a:t>
              </a:r>
            </a:p>
            <a:p>
              <a:pPr marL="457200" indent="-457200" algn="l">
                <a:lnSpc>
                  <a:spcPct val="100000"/>
                </a:lnSpc>
                <a:buFont typeface="Wingdings" pitchFamily="2" charset="2"/>
                <a:buChar char="ü"/>
              </a:pPr>
              <a:r>
                <a:rPr lang="pt-BR" sz="1800" dirty="0">
                  <a:solidFill>
                    <a:schemeClr val="bg1"/>
                  </a:solidFill>
                  <a:ea typeface="Open Sans Light" panose="020B0306030504020204" pitchFamily="34" charset="0"/>
                  <a:cs typeface="Open Sans Light" panose="020B0306030504020204" pitchFamily="34" charset="0"/>
                </a:rPr>
                <a:t>Descoberta de dados</a:t>
              </a:r>
            </a:p>
          </p:txBody>
        </p:sp>
        <p:sp>
          <p:nvSpPr>
            <p:cNvPr id="36" name="TextBox 21">
              <a:extLst>
                <a:ext uri="{FF2B5EF4-FFF2-40B4-BE49-F238E27FC236}">
                  <a16:creationId xmlns:a16="http://schemas.microsoft.com/office/drawing/2014/main" id="{5A6EF080-76ED-9603-2C3E-0273F4351227}"/>
                </a:ext>
              </a:extLst>
            </p:cNvPr>
            <p:cNvSpPr txBox="1"/>
            <p:nvPr/>
          </p:nvSpPr>
          <p:spPr>
            <a:xfrm rot="18900000">
              <a:off x="7485408" y="2954663"/>
              <a:ext cx="1774569" cy="661783"/>
            </a:xfrm>
            <a:prstGeom prst="rect">
              <a:avLst/>
            </a:prstGeom>
            <a:noFill/>
          </p:spPr>
          <p:txBody>
            <a:bodyPr wrap="none" rtlCol="0" anchor="ctr" anchorCtr="0">
              <a:spAutoFit/>
            </a:bodyPr>
            <a:lstStyle/>
            <a:p>
              <a:pPr defTabSz="1828434" rtl="0">
                <a:lnSpc>
                  <a:spcPts val="5000"/>
                </a:lnSpc>
                <a:defRPr/>
              </a:pPr>
              <a:r>
                <a:rPr lang="pt-PT" sz="2400" b="1" kern="1200" dirty="0">
                  <a:solidFill>
                    <a:srgbClr val="AAAAAA"/>
                  </a:solidFill>
                  <a:latin typeface="Open Sans" panose="020B0606030504020204" pitchFamily="34" charset="0"/>
                  <a:ea typeface="League Spartan" charset="0"/>
                  <a:cs typeface="Poppins" pitchFamily="2" charset="77"/>
                </a:rPr>
                <a:t>Processos</a:t>
              </a:r>
            </a:p>
          </p:txBody>
        </p:sp>
        <p:sp>
          <p:nvSpPr>
            <p:cNvPr id="37" name="TextBox 27">
              <a:extLst>
                <a:ext uri="{FF2B5EF4-FFF2-40B4-BE49-F238E27FC236}">
                  <a16:creationId xmlns:a16="http://schemas.microsoft.com/office/drawing/2014/main" id="{A58D69AE-0EF2-A7FC-A7F5-C680055A8227}"/>
                </a:ext>
              </a:extLst>
            </p:cNvPr>
            <p:cNvSpPr txBox="1"/>
            <p:nvPr/>
          </p:nvSpPr>
          <p:spPr>
            <a:xfrm rot="2700000">
              <a:off x="15047318" y="3323918"/>
              <a:ext cx="1992369" cy="685282"/>
            </a:xfrm>
            <a:prstGeom prst="rect">
              <a:avLst/>
            </a:prstGeom>
            <a:noFill/>
          </p:spPr>
          <p:txBody>
            <a:bodyPr wrap="none" rtlCol="0" anchor="ctr" anchorCtr="0">
              <a:spAutoFit/>
            </a:bodyPr>
            <a:lstStyle/>
            <a:p>
              <a:pPr defTabSz="1828434" rtl="0">
                <a:lnSpc>
                  <a:spcPts val="5000"/>
                </a:lnSpc>
                <a:defRPr/>
              </a:pPr>
              <a:r>
                <a:rPr lang="pt-PT" sz="2400" b="1" kern="1200" dirty="0">
                  <a:solidFill>
                    <a:srgbClr val="AAAAAA"/>
                  </a:solidFill>
                  <a:latin typeface="Open Sans" panose="020B0606030504020204" pitchFamily="34" charset="0"/>
                  <a:ea typeface="League Spartan" charset="0"/>
                  <a:cs typeface="Poppins" pitchFamily="2" charset="77"/>
                </a:rPr>
                <a:t>Tecnologias</a:t>
              </a:r>
            </a:p>
          </p:txBody>
        </p:sp>
        <p:sp>
          <p:nvSpPr>
            <p:cNvPr id="38" name="TextBox 28">
              <a:extLst>
                <a:ext uri="{FF2B5EF4-FFF2-40B4-BE49-F238E27FC236}">
                  <a16:creationId xmlns:a16="http://schemas.microsoft.com/office/drawing/2014/main" id="{A90D380D-F065-32D0-52C5-C67767F08812}"/>
                </a:ext>
              </a:extLst>
            </p:cNvPr>
            <p:cNvSpPr txBox="1"/>
            <p:nvPr/>
          </p:nvSpPr>
          <p:spPr>
            <a:xfrm rot="2700000">
              <a:off x="7081059" y="9517909"/>
              <a:ext cx="1799601" cy="685282"/>
            </a:xfrm>
            <a:prstGeom prst="rect">
              <a:avLst/>
            </a:prstGeom>
            <a:noFill/>
          </p:spPr>
          <p:txBody>
            <a:bodyPr wrap="none" rtlCol="0" anchor="ctr" anchorCtr="0">
              <a:spAutoFit/>
            </a:bodyPr>
            <a:lstStyle/>
            <a:p>
              <a:pPr defTabSz="1828434" rtl="0">
                <a:lnSpc>
                  <a:spcPts val="5000"/>
                </a:lnSpc>
                <a:defRPr/>
              </a:pPr>
              <a:r>
                <a:rPr lang="pt-PT" sz="2400" b="1" kern="1200" dirty="0">
                  <a:solidFill>
                    <a:srgbClr val="AAAAAA"/>
                  </a:solidFill>
                  <a:latin typeface="Open Sans" panose="020B0606030504020204" pitchFamily="34" charset="0"/>
                  <a:ea typeface="League Spartan" charset="0"/>
                  <a:cs typeface="Poppins" pitchFamily="2" charset="77"/>
                </a:rPr>
                <a:t>Legislação</a:t>
              </a:r>
            </a:p>
          </p:txBody>
        </p:sp>
        <p:sp>
          <p:nvSpPr>
            <p:cNvPr id="39" name="TextBox 29">
              <a:extLst>
                <a:ext uri="{FF2B5EF4-FFF2-40B4-BE49-F238E27FC236}">
                  <a16:creationId xmlns:a16="http://schemas.microsoft.com/office/drawing/2014/main" id="{59A61147-D102-C8BA-76B6-FA7482867D64}"/>
                </a:ext>
              </a:extLst>
            </p:cNvPr>
            <p:cNvSpPr txBox="1"/>
            <p:nvPr/>
          </p:nvSpPr>
          <p:spPr>
            <a:xfrm rot="18900000">
              <a:off x="13963958" y="9606733"/>
              <a:ext cx="4227062" cy="661783"/>
            </a:xfrm>
            <a:prstGeom prst="rect">
              <a:avLst/>
            </a:prstGeom>
            <a:noFill/>
          </p:spPr>
          <p:txBody>
            <a:bodyPr wrap="square" rtlCol="0" anchor="ctr" anchorCtr="0">
              <a:spAutoFit/>
            </a:bodyPr>
            <a:lstStyle/>
            <a:p>
              <a:pPr defTabSz="1828434" rtl="0">
                <a:lnSpc>
                  <a:spcPts val="5000"/>
                </a:lnSpc>
                <a:defRPr/>
              </a:pPr>
              <a:r>
                <a:rPr lang="pt-PT" sz="2400" b="1" kern="1200" dirty="0">
                  <a:solidFill>
                    <a:srgbClr val="AAAAAA"/>
                  </a:solidFill>
                  <a:latin typeface="Open Sans" panose="020B0606030504020204" pitchFamily="34" charset="0"/>
                  <a:ea typeface="League Spartan" charset="0"/>
                  <a:cs typeface="Poppins" pitchFamily="2" charset="77"/>
                </a:rPr>
                <a:t>Gestão de Projetos</a:t>
              </a:r>
            </a:p>
          </p:txBody>
        </p:sp>
        <p:sp>
          <p:nvSpPr>
            <p:cNvPr id="40" name="TextBox 30">
              <a:extLst>
                <a:ext uri="{FF2B5EF4-FFF2-40B4-BE49-F238E27FC236}">
                  <a16:creationId xmlns:a16="http://schemas.microsoft.com/office/drawing/2014/main" id="{E10DF7D8-4700-D794-1E68-50DBC86DF889}"/>
                </a:ext>
              </a:extLst>
            </p:cNvPr>
            <p:cNvSpPr txBox="1"/>
            <p:nvPr/>
          </p:nvSpPr>
          <p:spPr>
            <a:xfrm>
              <a:off x="10732693" y="6507867"/>
              <a:ext cx="2534041" cy="782644"/>
            </a:xfrm>
            <a:prstGeom prst="rect">
              <a:avLst/>
            </a:prstGeom>
            <a:noFill/>
          </p:spPr>
          <p:txBody>
            <a:bodyPr wrap="none" rtlCol="0" anchor="ctr" anchorCtr="0">
              <a:spAutoFit/>
            </a:bodyPr>
            <a:lstStyle/>
            <a:p>
              <a:pPr defTabSz="1828434" rtl="0">
                <a:lnSpc>
                  <a:spcPts val="5000"/>
                </a:lnSpc>
                <a:defRPr/>
              </a:pPr>
              <a:r>
                <a:rPr lang="pt-PT" sz="6000" b="1" kern="1200" dirty="0">
                  <a:solidFill>
                    <a:srgbClr val="FFFFFF"/>
                  </a:solidFill>
                  <a:latin typeface="Open Sans" panose="020B0606030504020204" pitchFamily="34" charset="0"/>
                  <a:ea typeface="League Spartan" charset="0"/>
                  <a:cs typeface="Poppins" pitchFamily="2" charset="77"/>
                </a:rPr>
                <a:t> LGPD</a:t>
              </a:r>
            </a:p>
          </p:txBody>
        </p:sp>
      </p:grpSp>
      <p:grpSp>
        <p:nvGrpSpPr>
          <p:cNvPr id="7" name="Agrupar 6">
            <a:extLst>
              <a:ext uri="{FF2B5EF4-FFF2-40B4-BE49-F238E27FC236}">
                <a16:creationId xmlns:a16="http://schemas.microsoft.com/office/drawing/2014/main" id="{CE942366-B22A-5983-8E8D-7B2716B5783C}"/>
              </a:ext>
            </a:extLst>
          </p:cNvPr>
          <p:cNvGrpSpPr/>
          <p:nvPr/>
        </p:nvGrpSpPr>
        <p:grpSpPr>
          <a:xfrm>
            <a:off x="10916537" y="25177"/>
            <a:ext cx="13434657" cy="1033600"/>
            <a:chOff x="20106079" y="-335768"/>
            <a:chExt cx="4245186" cy="990509"/>
          </a:xfrm>
        </p:grpSpPr>
        <p:sp>
          <p:nvSpPr>
            <p:cNvPr id="41" name="Chevron 10">
              <a:extLst>
                <a:ext uri="{FF2B5EF4-FFF2-40B4-BE49-F238E27FC236}">
                  <a16:creationId xmlns:a16="http://schemas.microsoft.com/office/drawing/2014/main" id="{70907C1B-6AB9-2A3C-F348-E31B491F1499}"/>
                </a:ext>
              </a:extLst>
            </p:cNvPr>
            <p:cNvSpPr/>
            <p:nvPr/>
          </p:nvSpPr>
          <p:spPr bwMode="auto">
            <a:xfrm>
              <a:off x="20844236" y="-335768"/>
              <a:ext cx="933577" cy="990509"/>
            </a:xfrm>
            <a:prstGeom prst="chevron">
              <a:avLst>
                <a:gd name="adj" fmla="val 31818"/>
              </a:avLst>
            </a:prstGeom>
            <a:solidFill>
              <a:srgbClr val="FFFFFF">
                <a:lumMod val="85000"/>
                <a:alpha val="90000"/>
              </a:srgbClr>
            </a:solidFill>
            <a:ln>
              <a:noFill/>
            </a:ln>
            <a:effectLst/>
          </p:spPr>
          <p:txBody>
            <a:bodyPr wrap="square" lIns="91440" tIns="45715" rIns="0" bIns="45715" rtlCol="0" anchor="ctr">
              <a:noAutofit/>
            </a:bodyPr>
            <a:lstStyle/>
            <a:p>
              <a:pPr defTabSz="623853" rtl="0" fontAlgn="base">
                <a:spcBef>
                  <a:spcPts val="600"/>
                </a:spcBef>
                <a:spcAft>
                  <a:spcPts val="600"/>
                </a:spcAft>
                <a:buClr>
                  <a:srgbClr val="000000"/>
                </a:buClr>
              </a:pPr>
              <a:r>
                <a:rPr lang="pt-BR" sz="2800" b="1" kern="1200">
                  <a:solidFill>
                    <a:srgbClr val="FFFFFF"/>
                  </a:solidFill>
                  <a:latin typeface="Arial" charset="0"/>
                  <a:cs typeface="Times New Roman" pitchFamily="18" charset="0"/>
                </a:rPr>
                <a:t>Desafios</a:t>
              </a:r>
            </a:p>
          </p:txBody>
        </p:sp>
        <p:sp>
          <p:nvSpPr>
            <p:cNvPr id="42" name="Chevron 12">
              <a:extLst>
                <a:ext uri="{FF2B5EF4-FFF2-40B4-BE49-F238E27FC236}">
                  <a16:creationId xmlns:a16="http://schemas.microsoft.com/office/drawing/2014/main" id="{D3738415-519F-94A7-1964-34BC22F7BB40}"/>
                </a:ext>
              </a:extLst>
            </p:cNvPr>
            <p:cNvSpPr/>
            <p:nvPr/>
          </p:nvSpPr>
          <p:spPr bwMode="auto">
            <a:xfrm>
              <a:off x="21699520" y="-335768"/>
              <a:ext cx="933577" cy="990509"/>
            </a:xfrm>
            <a:prstGeom prst="chevron">
              <a:avLst>
                <a:gd name="adj" fmla="val 31818"/>
              </a:avLst>
            </a:prstGeom>
            <a:solidFill>
              <a:srgbClr val="F48120">
                <a:alpha val="90000"/>
              </a:srgbClr>
            </a:solidFill>
            <a:ln>
              <a:noFill/>
            </a:ln>
            <a:effectLst/>
          </p:spPr>
          <p:txBody>
            <a:bodyPr wrap="square" lIns="91440" tIns="45715" rIns="0" bIns="45715" rtlCol="0" anchor="ctr">
              <a:noAutofit/>
            </a:bodyPr>
            <a:lstStyle/>
            <a:p>
              <a:pPr defTabSz="623853" rtl="0" fontAlgn="base">
                <a:spcBef>
                  <a:spcPts val="600"/>
                </a:spcBef>
                <a:spcAft>
                  <a:spcPts val="600"/>
                </a:spcAft>
                <a:buClr>
                  <a:srgbClr val="000000"/>
                </a:buClr>
              </a:pPr>
              <a:r>
                <a:rPr lang="pt-BR" sz="2800" b="1" kern="1200" dirty="0">
                  <a:solidFill>
                    <a:srgbClr val="FFFFFF"/>
                  </a:solidFill>
                  <a:latin typeface="Arial" charset="0"/>
                  <a:cs typeface="Times New Roman" pitchFamily="18" charset="0"/>
                </a:rPr>
                <a:t>Abrangência</a:t>
              </a:r>
            </a:p>
          </p:txBody>
        </p:sp>
        <p:sp>
          <p:nvSpPr>
            <p:cNvPr id="43" name="Chevron 14">
              <a:extLst>
                <a:ext uri="{FF2B5EF4-FFF2-40B4-BE49-F238E27FC236}">
                  <a16:creationId xmlns:a16="http://schemas.microsoft.com/office/drawing/2014/main" id="{56B650B9-89CB-56A8-9DC5-36FDA1BD5688}"/>
                </a:ext>
              </a:extLst>
            </p:cNvPr>
            <p:cNvSpPr/>
            <p:nvPr/>
          </p:nvSpPr>
          <p:spPr bwMode="auto">
            <a:xfrm>
              <a:off x="22562405" y="-335768"/>
              <a:ext cx="933577" cy="990509"/>
            </a:xfrm>
            <a:prstGeom prst="chevron">
              <a:avLst>
                <a:gd name="adj" fmla="val 31818"/>
              </a:avLst>
            </a:prstGeom>
            <a:solidFill>
              <a:srgbClr val="FFFFFF">
                <a:lumMod val="85000"/>
                <a:alpha val="90000"/>
              </a:srgbClr>
            </a:solidFill>
            <a:ln>
              <a:noFill/>
            </a:ln>
            <a:effectLst/>
          </p:spPr>
          <p:txBody>
            <a:bodyPr wrap="square" lIns="91440" tIns="45715" rIns="0" bIns="45715" rtlCol="0" anchor="ctr">
              <a:noAutofit/>
            </a:bodyPr>
            <a:lstStyle/>
            <a:p>
              <a:pPr marL="0" marR="0" lvl="0" indent="0" defTabSz="623853" rtl="0" eaLnBrk="1" fontAlgn="base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r>
                <a:rPr kumimoji="0" lang="pt-BR" sz="2800" b="1" i="0" u="none" strike="noStrike" kern="1200" cap="none" spc="0" normalizeH="0" baseline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cs typeface="Times New Roman" pitchFamily="18" charset="0"/>
                </a:rPr>
                <a:t>Método</a:t>
              </a:r>
            </a:p>
          </p:txBody>
        </p:sp>
        <p:sp>
          <p:nvSpPr>
            <p:cNvPr id="44" name="Chevron 17">
              <a:extLst>
                <a:ext uri="{FF2B5EF4-FFF2-40B4-BE49-F238E27FC236}">
                  <a16:creationId xmlns:a16="http://schemas.microsoft.com/office/drawing/2014/main" id="{D52AED47-1EBC-EC40-3583-1BAFEF749E3E}"/>
                </a:ext>
              </a:extLst>
            </p:cNvPr>
            <p:cNvSpPr/>
            <p:nvPr/>
          </p:nvSpPr>
          <p:spPr bwMode="auto">
            <a:xfrm>
              <a:off x="23417688" y="-335768"/>
              <a:ext cx="933577" cy="990509"/>
            </a:xfrm>
            <a:prstGeom prst="chevron">
              <a:avLst>
                <a:gd name="adj" fmla="val 31818"/>
              </a:avLst>
            </a:prstGeom>
            <a:solidFill>
              <a:srgbClr val="FFFFFF">
                <a:lumMod val="85000"/>
                <a:alpha val="90000"/>
              </a:srgbClr>
            </a:solidFill>
            <a:ln>
              <a:noFill/>
            </a:ln>
            <a:effectLst/>
          </p:spPr>
          <p:txBody>
            <a:bodyPr wrap="square" lIns="91440" tIns="45715" rIns="0" bIns="45715" rtlCol="0" anchor="ctr">
              <a:noAutofit/>
            </a:bodyPr>
            <a:lstStyle/>
            <a:p>
              <a:pPr defTabSz="623853" rtl="0" fontAlgn="base">
                <a:spcBef>
                  <a:spcPts val="600"/>
                </a:spcBef>
                <a:spcAft>
                  <a:spcPts val="600"/>
                </a:spcAft>
                <a:buClr>
                  <a:srgbClr val="000000"/>
                </a:buClr>
                <a:defRPr/>
              </a:pPr>
              <a:r>
                <a:rPr kumimoji="0" lang="pt-BR" sz="2800" b="1" i="0" u="none" strike="noStrike" kern="1200" cap="none" spc="0" normalizeH="0" baseline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cs typeface="Times New Roman" pitchFamily="18" charset="0"/>
                </a:rPr>
                <a:t>Gestão</a:t>
              </a:r>
            </a:p>
          </p:txBody>
        </p:sp>
        <p:sp>
          <p:nvSpPr>
            <p:cNvPr id="45" name="Chevron 167">
              <a:extLst>
                <a:ext uri="{FF2B5EF4-FFF2-40B4-BE49-F238E27FC236}">
                  <a16:creationId xmlns:a16="http://schemas.microsoft.com/office/drawing/2014/main" id="{D78DE444-301B-058F-21C1-BA98AB032644}"/>
                </a:ext>
              </a:extLst>
            </p:cNvPr>
            <p:cNvSpPr/>
            <p:nvPr/>
          </p:nvSpPr>
          <p:spPr bwMode="auto">
            <a:xfrm>
              <a:off x="20106079" y="-335768"/>
              <a:ext cx="816400" cy="990509"/>
            </a:xfrm>
            <a:prstGeom prst="homePlate">
              <a:avLst>
                <a:gd name="adj" fmla="val 32073"/>
              </a:avLst>
            </a:prstGeom>
            <a:solidFill>
              <a:srgbClr val="FFFFFF">
                <a:lumMod val="85000"/>
                <a:alpha val="90000"/>
              </a:srgbClr>
            </a:solidFill>
            <a:ln>
              <a:noFill/>
            </a:ln>
            <a:effectLst/>
          </p:spPr>
          <p:txBody>
            <a:bodyPr wrap="square" lIns="91440" tIns="45715" rIns="0" bIns="45715" rtlCol="0" anchor="ctr">
              <a:noAutofit/>
            </a:bodyPr>
            <a:lstStyle/>
            <a:p>
              <a:pPr defTabSz="623853" rtl="0" fontAlgn="base">
                <a:spcBef>
                  <a:spcPts val="600"/>
                </a:spcBef>
                <a:spcAft>
                  <a:spcPts val="600"/>
                </a:spcAft>
                <a:buClr>
                  <a:srgbClr val="000000"/>
                </a:buClr>
              </a:pPr>
              <a:r>
                <a:rPr lang="pt-BR" sz="2800" b="1" kern="1200">
                  <a:solidFill>
                    <a:srgbClr val="FFFFFF"/>
                  </a:solidFill>
                  <a:latin typeface="Arial" charset="0"/>
                  <a:cs typeface="Times New Roman" pitchFamily="18" charset="0"/>
                </a:rPr>
                <a:t>Motivações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5610721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59E42BCF-C4F3-431D-B5C6-E14B3F26BBC0}"/>
              </a:ext>
            </a:extLst>
          </p:cNvPr>
          <p:cNvSpPr/>
          <p:nvPr/>
        </p:nvSpPr>
        <p:spPr>
          <a:xfrm>
            <a:off x="-24063" y="-274320"/>
            <a:ext cx="24534857" cy="14264640"/>
          </a:xfrm>
          <a:prstGeom prst="rect">
            <a:avLst/>
          </a:prstGeom>
          <a:solidFill>
            <a:srgbClr val="192D49"/>
          </a:solidFill>
          <a:ln w="12700" cap="flat">
            <a:noFill/>
            <a:miter lim="400000"/>
          </a:ln>
          <a:effectLst>
            <a:outerShdw blurRad="50800" dist="25400" dir="5400000" rotWithShape="0">
              <a:srgbClr val="000000">
                <a:alpha val="5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71437" tIns="71437" rIns="71437" bIns="71437" numCol="1" spcCol="38100" rtlCol="0" anchor="ctr">
            <a:spAutoFit/>
          </a:bodyPr>
          <a:lstStyle/>
          <a:p>
            <a:pPr marL="0" marR="0" indent="0" algn="ctr" defTabSz="5842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pt-BR" sz="3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+mn-ea"/>
              <a:cs typeface="+mn-cs"/>
              <a:sym typeface="Helvetica Light"/>
            </a:endParaRPr>
          </a:p>
        </p:txBody>
      </p:sp>
      <p:sp>
        <p:nvSpPr>
          <p:cNvPr id="3" name="Google Shape;67;p14">
            <a:extLst>
              <a:ext uri="{FF2B5EF4-FFF2-40B4-BE49-F238E27FC236}">
                <a16:creationId xmlns:a16="http://schemas.microsoft.com/office/drawing/2014/main" id="{284D1B1A-4CAA-6E18-30FD-6A32579818FB}"/>
              </a:ext>
            </a:extLst>
          </p:cNvPr>
          <p:cNvSpPr txBox="1"/>
          <p:nvPr/>
        </p:nvSpPr>
        <p:spPr>
          <a:xfrm>
            <a:off x="897856" y="512780"/>
            <a:ext cx="17955738" cy="1476788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182850" tIns="182850" rIns="182850" bIns="182850" anchor="t" anchorCtr="0">
            <a:noAutofit/>
          </a:bodyPr>
          <a:lstStyle/>
          <a:p>
            <a:pPr lvl="0" algn="l"/>
            <a:r>
              <a:rPr lang="pt-BR" sz="7200" dirty="0">
                <a:solidFill>
                  <a:srgbClr val="F48120"/>
                </a:solidFill>
                <a:latin typeface="Metropolis Black" panose="00000A00000000000000" pitchFamily="50" charset="0"/>
                <a:ea typeface="Exo"/>
                <a:cs typeface="Exo"/>
                <a:sym typeface="Exo"/>
              </a:rPr>
              <a:t>MÉTODO</a:t>
            </a:r>
          </a:p>
        </p:txBody>
      </p:sp>
      <p:pic>
        <p:nvPicPr>
          <p:cNvPr id="4" name="Imagem 3" descr="Uma imagem contendo Interface gráfica do usuário&#10;&#10;Descrição gerada automaticamente">
            <a:extLst>
              <a:ext uri="{FF2B5EF4-FFF2-40B4-BE49-F238E27FC236}">
                <a16:creationId xmlns:a16="http://schemas.microsoft.com/office/drawing/2014/main" id="{BC7BA2F0-252A-DDA5-8D01-1CA6A16F5F6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30189" y="1269296"/>
            <a:ext cx="15280106" cy="12482339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5" name="Google Shape;67;p14">
            <a:extLst>
              <a:ext uri="{FF2B5EF4-FFF2-40B4-BE49-F238E27FC236}">
                <a16:creationId xmlns:a16="http://schemas.microsoft.com/office/drawing/2014/main" id="{7333CDD9-FB13-0C25-1805-EC2337D3DEF5}"/>
              </a:ext>
            </a:extLst>
          </p:cNvPr>
          <p:cNvSpPr txBox="1"/>
          <p:nvPr/>
        </p:nvSpPr>
        <p:spPr>
          <a:xfrm>
            <a:off x="1155028" y="3416967"/>
            <a:ext cx="5606715" cy="6851577"/>
          </a:xfrm>
          <a:prstGeom prst="rect">
            <a:avLst/>
          </a:prstGeom>
        </p:spPr>
        <p:txBody>
          <a:bodyPr spcFirstLastPara="1" vert="horz" lIns="91440" tIns="45720" rIns="91440" bIns="45720" rtlCol="0" anchor="t" anchorCtr="0">
            <a:normAutofit/>
          </a:bodyPr>
          <a:lstStyle/>
          <a:p>
            <a:pPr algn="l" defTabSz="914400" rtl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000" b="1" kern="1200" dirty="0">
                <a:solidFill>
                  <a:schemeClr val="bg1"/>
                </a:solidFill>
                <a:sym typeface="Exo"/>
              </a:rPr>
              <a:t>COMPLIANCE </a:t>
            </a:r>
          </a:p>
          <a:p>
            <a:pPr lvl="0" algn="l" defTabSz="914400" rtl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endParaRPr lang="en-US" sz="4000" b="1" kern="1200" dirty="0">
              <a:solidFill>
                <a:schemeClr val="bg1"/>
              </a:solidFill>
              <a:sym typeface="Exo"/>
            </a:endParaRPr>
          </a:p>
          <a:p>
            <a:pPr lvl="0" algn="l" defTabSz="914400" rtl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000" b="1" kern="1200" dirty="0">
                <a:solidFill>
                  <a:schemeClr val="bg1"/>
                </a:solidFill>
                <a:sym typeface="Exo"/>
              </a:rPr>
              <a:t>SEGURANÇA </a:t>
            </a:r>
            <a:br>
              <a:rPr lang="en-US" sz="4000" b="1" kern="1200" dirty="0">
                <a:solidFill>
                  <a:schemeClr val="bg1"/>
                </a:solidFill>
                <a:sym typeface="Exo"/>
              </a:rPr>
            </a:br>
            <a:endParaRPr lang="en-US" sz="4000" b="1" kern="1200" dirty="0">
              <a:solidFill>
                <a:schemeClr val="bg1"/>
              </a:solidFill>
              <a:latin typeface="+mj-lt"/>
              <a:ea typeface="+mj-ea"/>
              <a:cs typeface="+mj-cs"/>
              <a:sym typeface="Exo"/>
            </a:endParaRPr>
          </a:p>
          <a:p>
            <a:pPr lvl="0" algn="l" defTabSz="914400" rtl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000" b="1" kern="1200" dirty="0">
                <a:solidFill>
                  <a:schemeClr val="bg1"/>
                </a:solidFill>
                <a:latin typeface="+mj-lt"/>
                <a:ea typeface="+mj-ea"/>
                <a:cs typeface="+mj-cs"/>
                <a:sym typeface="Exo"/>
              </a:rPr>
              <a:t>PRIVACIDADE </a:t>
            </a:r>
          </a:p>
          <a:p>
            <a:pPr lvl="0" algn="l" defTabSz="914400" rtl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endParaRPr lang="en-US" sz="4000" b="1" kern="1200" dirty="0">
              <a:solidFill>
                <a:schemeClr val="bg1"/>
              </a:solidFill>
              <a:latin typeface="+mj-lt"/>
              <a:ea typeface="+mj-ea"/>
              <a:cs typeface="+mj-cs"/>
              <a:sym typeface="Exo"/>
            </a:endParaRPr>
          </a:p>
          <a:p>
            <a:pPr lvl="0" algn="l" defTabSz="914400" rtl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000" b="1" kern="1200" dirty="0">
                <a:solidFill>
                  <a:schemeClr val="bg1"/>
                </a:solidFill>
                <a:latin typeface="+mj-lt"/>
                <a:ea typeface="+mj-ea"/>
                <a:cs typeface="+mj-cs"/>
                <a:sym typeface="Exo"/>
              </a:rPr>
              <a:t>CONTINUIDADE</a:t>
            </a:r>
          </a:p>
        </p:txBody>
      </p:sp>
      <p:sp>
        <p:nvSpPr>
          <p:cNvPr id="6" name="Retângulo Arredondado 5">
            <a:extLst>
              <a:ext uri="{FF2B5EF4-FFF2-40B4-BE49-F238E27FC236}">
                <a16:creationId xmlns:a16="http://schemas.microsoft.com/office/drawing/2014/main" id="{D55B04F8-EF35-A5CF-5A11-F444904EB43B}"/>
              </a:ext>
            </a:extLst>
          </p:cNvPr>
          <p:cNvSpPr/>
          <p:nvPr/>
        </p:nvSpPr>
        <p:spPr>
          <a:xfrm>
            <a:off x="17542042" y="6858000"/>
            <a:ext cx="2491631" cy="778956"/>
          </a:xfrm>
          <a:prstGeom prst="roundRect">
            <a:avLst/>
          </a:prstGeom>
          <a:noFill/>
          <a:ln w="57150" cap="flat">
            <a:solidFill>
              <a:srgbClr val="F48120"/>
            </a:solidFill>
            <a:miter lim="400000"/>
          </a:ln>
          <a:effectLst>
            <a:outerShdw blurRad="50800" dist="25400" dir="5400000" rotWithShape="0">
              <a:srgbClr val="000000">
                <a:alpha val="5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71437" tIns="71437" rIns="71437" bIns="71437" numCol="1" spcCol="38100" rtlCol="0" anchor="ctr">
            <a:spAutoFit/>
          </a:bodyPr>
          <a:lstStyle/>
          <a:p>
            <a:pPr marL="0" marR="0" indent="0" algn="ctr" defTabSz="5842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pt-BR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+mn-ea"/>
              <a:cs typeface="+mn-cs"/>
              <a:sym typeface="Helvetica Light"/>
            </a:endParaRPr>
          </a:p>
        </p:txBody>
      </p:sp>
      <p:grpSp>
        <p:nvGrpSpPr>
          <p:cNvPr id="7" name="Agrupar 6">
            <a:extLst>
              <a:ext uri="{FF2B5EF4-FFF2-40B4-BE49-F238E27FC236}">
                <a16:creationId xmlns:a16="http://schemas.microsoft.com/office/drawing/2014/main" id="{07290330-E16C-5C55-4A86-4D1ACFE8E507}"/>
              </a:ext>
            </a:extLst>
          </p:cNvPr>
          <p:cNvGrpSpPr/>
          <p:nvPr/>
        </p:nvGrpSpPr>
        <p:grpSpPr>
          <a:xfrm>
            <a:off x="10916537" y="25177"/>
            <a:ext cx="13434657" cy="1033600"/>
            <a:chOff x="20106079" y="-335768"/>
            <a:chExt cx="4245186" cy="990509"/>
          </a:xfrm>
        </p:grpSpPr>
        <p:sp>
          <p:nvSpPr>
            <p:cNvPr id="8" name="Chevron 10">
              <a:extLst>
                <a:ext uri="{FF2B5EF4-FFF2-40B4-BE49-F238E27FC236}">
                  <a16:creationId xmlns:a16="http://schemas.microsoft.com/office/drawing/2014/main" id="{6B9EFA01-6E42-96B8-C4B2-DD11ABD1863E}"/>
                </a:ext>
              </a:extLst>
            </p:cNvPr>
            <p:cNvSpPr/>
            <p:nvPr/>
          </p:nvSpPr>
          <p:spPr bwMode="auto">
            <a:xfrm>
              <a:off x="20844236" y="-335768"/>
              <a:ext cx="933577" cy="990509"/>
            </a:xfrm>
            <a:prstGeom prst="chevron">
              <a:avLst>
                <a:gd name="adj" fmla="val 31818"/>
              </a:avLst>
            </a:prstGeom>
            <a:solidFill>
              <a:srgbClr val="FFFFFF">
                <a:lumMod val="85000"/>
                <a:alpha val="90000"/>
              </a:srgbClr>
            </a:solidFill>
            <a:ln>
              <a:noFill/>
            </a:ln>
            <a:effectLst/>
          </p:spPr>
          <p:txBody>
            <a:bodyPr wrap="square" lIns="91440" tIns="45715" rIns="0" bIns="45715" rtlCol="0" anchor="ctr">
              <a:noAutofit/>
            </a:bodyPr>
            <a:lstStyle/>
            <a:p>
              <a:pPr defTabSz="623853" rtl="0" fontAlgn="base">
                <a:spcBef>
                  <a:spcPts val="600"/>
                </a:spcBef>
                <a:spcAft>
                  <a:spcPts val="600"/>
                </a:spcAft>
                <a:buClr>
                  <a:srgbClr val="000000"/>
                </a:buClr>
              </a:pPr>
              <a:r>
                <a:rPr lang="pt-BR" sz="2800" b="1" kern="1200">
                  <a:solidFill>
                    <a:srgbClr val="FFFFFF"/>
                  </a:solidFill>
                  <a:latin typeface="Arial" charset="0"/>
                  <a:cs typeface="Times New Roman" pitchFamily="18" charset="0"/>
                </a:rPr>
                <a:t>Desafios</a:t>
              </a:r>
            </a:p>
          </p:txBody>
        </p:sp>
        <p:sp>
          <p:nvSpPr>
            <p:cNvPr id="9" name="Chevron 12">
              <a:extLst>
                <a:ext uri="{FF2B5EF4-FFF2-40B4-BE49-F238E27FC236}">
                  <a16:creationId xmlns:a16="http://schemas.microsoft.com/office/drawing/2014/main" id="{692AEE69-A97A-C91B-81FA-C47E7C3EBF8C}"/>
                </a:ext>
              </a:extLst>
            </p:cNvPr>
            <p:cNvSpPr/>
            <p:nvPr/>
          </p:nvSpPr>
          <p:spPr bwMode="auto">
            <a:xfrm>
              <a:off x="21699520" y="-335768"/>
              <a:ext cx="933577" cy="990509"/>
            </a:xfrm>
            <a:prstGeom prst="chevron">
              <a:avLst>
                <a:gd name="adj" fmla="val 31818"/>
              </a:avLst>
            </a:prstGeom>
            <a:solidFill>
              <a:srgbClr val="FFFFFF">
                <a:lumMod val="85000"/>
                <a:alpha val="90000"/>
              </a:srgbClr>
            </a:solidFill>
            <a:ln>
              <a:noFill/>
            </a:ln>
            <a:effectLst/>
          </p:spPr>
          <p:txBody>
            <a:bodyPr wrap="square" lIns="91440" tIns="45715" rIns="0" bIns="45715" rtlCol="0" anchor="ctr">
              <a:noAutofit/>
            </a:bodyPr>
            <a:lstStyle/>
            <a:p>
              <a:pPr defTabSz="623853" rtl="0" fontAlgn="base">
                <a:spcBef>
                  <a:spcPts val="600"/>
                </a:spcBef>
                <a:spcAft>
                  <a:spcPts val="600"/>
                </a:spcAft>
                <a:buClr>
                  <a:srgbClr val="000000"/>
                </a:buClr>
              </a:pPr>
              <a:r>
                <a:rPr lang="pt-BR" sz="2800" b="1" kern="1200" dirty="0">
                  <a:solidFill>
                    <a:srgbClr val="FFFFFF"/>
                  </a:solidFill>
                  <a:latin typeface="Arial" charset="0"/>
                  <a:cs typeface="Times New Roman" pitchFamily="18" charset="0"/>
                </a:rPr>
                <a:t>Abrangência</a:t>
              </a:r>
            </a:p>
          </p:txBody>
        </p:sp>
        <p:sp>
          <p:nvSpPr>
            <p:cNvPr id="10" name="Chevron 14">
              <a:extLst>
                <a:ext uri="{FF2B5EF4-FFF2-40B4-BE49-F238E27FC236}">
                  <a16:creationId xmlns:a16="http://schemas.microsoft.com/office/drawing/2014/main" id="{683B7381-111F-E9F0-E68C-6A48B6CA8CD6}"/>
                </a:ext>
              </a:extLst>
            </p:cNvPr>
            <p:cNvSpPr/>
            <p:nvPr/>
          </p:nvSpPr>
          <p:spPr bwMode="auto">
            <a:xfrm>
              <a:off x="22562405" y="-335768"/>
              <a:ext cx="933577" cy="990509"/>
            </a:xfrm>
            <a:prstGeom prst="chevron">
              <a:avLst>
                <a:gd name="adj" fmla="val 31818"/>
              </a:avLst>
            </a:prstGeom>
            <a:solidFill>
              <a:srgbClr val="F48120">
                <a:alpha val="90000"/>
              </a:srgbClr>
            </a:solidFill>
            <a:ln>
              <a:noFill/>
            </a:ln>
            <a:effectLst/>
          </p:spPr>
          <p:txBody>
            <a:bodyPr wrap="square" lIns="91440" tIns="45715" rIns="0" bIns="45715" rtlCol="0" anchor="ctr">
              <a:noAutofit/>
            </a:bodyPr>
            <a:lstStyle/>
            <a:p>
              <a:pPr defTabSz="623853" rtl="0" fontAlgn="base">
                <a:spcBef>
                  <a:spcPts val="600"/>
                </a:spcBef>
                <a:spcAft>
                  <a:spcPts val="600"/>
                </a:spcAft>
                <a:buClr>
                  <a:srgbClr val="000000"/>
                </a:buClr>
              </a:pPr>
              <a:r>
                <a:rPr lang="pt-BR" sz="2800" b="1" kern="1200" dirty="0">
                  <a:solidFill>
                    <a:srgbClr val="FFFFFF"/>
                  </a:solidFill>
                  <a:latin typeface="Arial" charset="0"/>
                  <a:cs typeface="Times New Roman" pitchFamily="18" charset="0"/>
                </a:rPr>
                <a:t>Método</a:t>
              </a:r>
            </a:p>
          </p:txBody>
        </p:sp>
        <p:sp>
          <p:nvSpPr>
            <p:cNvPr id="11" name="Chevron 17">
              <a:extLst>
                <a:ext uri="{FF2B5EF4-FFF2-40B4-BE49-F238E27FC236}">
                  <a16:creationId xmlns:a16="http://schemas.microsoft.com/office/drawing/2014/main" id="{33684044-56AE-2B79-FF7D-5BCEF10C3160}"/>
                </a:ext>
              </a:extLst>
            </p:cNvPr>
            <p:cNvSpPr/>
            <p:nvPr/>
          </p:nvSpPr>
          <p:spPr bwMode="auto">
            <a:xfrm>
              <a:off x="23417688" y="-335768"/>
              <a:ext cx="933577" cy="990509"/>
            </a:xfrm>
            <a:prstGeom prst="chevron">
              <a:avLst>
                <a:gd name="adj" fmla="val 31818"/>
              </a:avLst>
            </a:prstGeom>
            <a:solidFill>
              <a:srgbClr val="FFFFFF">
                <a:lumMod val="85000"/>
                <a:alpha val="90000"/>
              </a:srgbClr>
            </a:solidFill>
            <a:ln>
              <a:noFill/>
            </a:ln>
            <a:effectLst/>
          </p:spPr>
          <p:txBody>
            <a:bodyPr wrap="square" lIns="91440" tIns="45715" rIns="0" bIns="45715" rtlCol="0" anchor="ctr">
              <a:noAutofit/>
            </a:bodyPr>
            <a:lstStyle/>
            <a:p>
              <a:pPr defTabSz="623853" rtl="0" fontAlgn="base">
                <a:spcBef>
                  <a:spcPts val="600"/>
                </a:spcBef>
                <a:spcAft>
                  <a:spcPts val="600"/>
                </a:spcAft>
                <a:buClr>
                  <a:srgbClr val="000000"/>
                </a:buClr>
                <a:defRPr/>
              </a:pPr>
              <a:r>
                <a:rPr kumimoji="0" lang="pt-BR" sz="2800" b="1" i="0" u="none" strike="noStrike" kern="1200" cap="none" spc="0" normalizeH="0" baseline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cs typeface="Times New Roman" pitchFamily="18" charset="0"/>
                </a:rPr>
                <a:t>Gestão</a:t>
              </a:r>
            </a:p>
          </p:txBody>
        </p:sp>
        <p:sp>
          <p:nvSpPr>
            <p:cNvPr id="12" name="Chevron 167">
              <a:extLst>
                <a:ext uri="{FF2B5EF4-FFF2-40B4-BE49-F238E27FC236}">
                  <a16:creationId xmlns:a16="http://schemas.microsoft.com/office/drawing/2014/main" id="{DBABC989-4812-AA59-2983-FC1016D2E7C0}"/>
                </a:ext>
              </a:extLst>
            </p:cNvPr>
            <p:cNvSpPr/>
            <p:nvPr/>
          </p:nvSpPr>
          <p:spPr bwMode="auto">
            <a:xfrm>
              <a:off x="20106079" y="-335768"/>
              <a:ext cx="816400" cy="990509"/>
            </a:xfrm>
            <a:prstGeom prst="homePlate">
              <a:avLst>
                <a:gd name="adj" fmla="val 32073"/>
              </a:avLst>
            </a:prstGeom>
            <a:solidFill>
              <a:srgbClr val="FFFFFF">
                <a:lumMod val="85000"/>
                <a:alpha val="90000"/>
              </a:srgbClr>
            </a:solidFill>
            <a:ln>
              <a:noFill/>
            </a:ln>
            <a:effectLst/>
          </p:spPr>
          <p:txBody>
            <a:bodyPr wrap="square" lIns="91440" tIns="45715" rIns="0" bIns="45715" rtlCol="0" anchor="ctr">
              <a:noAutofit/>
            </a:bodyPr>
            <a:lstStyle/>
            <a:p>
              <a:pPr defTabSz="623853" rtl="0" fontAlgn="base">
                <a:spcBef>
                  <a:spcPts val="600"/>
                </a:spcBef>
                <a:spcAft>
                  <a:spcPts val="600"/>
                </a:spcAft>
                <a:buClr>
                  <a:srgbClr val="000000"/>
                </a:buClr>
              </a:pPr>
              <a:r>
                <a:rPr lang="pt-BR" sz="2800" b="1" kern="1200">
                  <a:solidFill>
                    <a:srgbClr val="FFFFFF"/>
                  </a:solidFill>
                  <a:latin typeface="Arial" charset="0"/>
                  <a:cs typeface="Times New Roman" pitchFamily="18" charset="0"/>
                </a:rPr>
                <a:t>Motivações</a:t>
              </a:r>
            </a:p>
          </p:txBody>
        </p:sp>
      </p:grp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FECA6EF0-6788-5F4C-119A-20F10072F6AD}"/>
              </a:ext>
            </a:extLst>
          </p:cNvPr>
          <p:cNvSpPr txBox="1"/>
          <p:nvPr/>
        </p:nvSpPr>
        <p:spPr>
          <a:xfrm>
            <a:off x="21541099" y="12847344"/>
            <a:ext cx="2858945" cy="1159932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71437" tIns="71437" rIns="71437" bIns="71437" numCol="1" spcCol="38100" rtlCol="0" anchor="ctr">
            <a:spAutoFit/>
          </a:bodyPr>
          <a:lstStyle/>
          <a:p>
            <a:pPr marL="0" marR="0" indent="0" algn="ctr" defTabSz="5842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pt-BR" sz="6600" b="1" i="0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Aharoni" panose="02010803020104030203" pitchFamily="2" charset="-79"/>
                <a:cs typeface="Aharoni" panose="02010803020104030203" pitchFamily="2" charset="-79"/>
                <a:sym typeface="Helvetica Light"/>
              </a:rPr>
              <a:t>1/7</a:t>
            </a:r>
            <a:endParaRPr kumimoji="0" lang="pt-BR" sz="5400" b="1" i="0" u="none" strike="noStrike" cap="none" spc="0" normalizeH="0" baseline="0" dirty="0">
              <a:ln>
                <a:noFill/>
              </a:ln>
              <a:solidFill>
                <a:schemeClr val="bg1"/>
              </a:solidFill>
              <a:effectLst/>
              <a:uFillTx/>
              <a:latin typeface="Aharoni" panose="02010803020104030203" pitchFamily="2" charset="-79"/>
              <a:cs typeface="Aharoni" panose="02010803020104030203" pitchFamily="2" charset="-79"/>
              <a:sym typeface="Helvetica Light"/>
            </a:endParaRPr>
          </a:p>
        </p:txBody>
      </p:sp>
    </p:spTree>
    <p:extLst>
      <p:ext uri="{BB962C8B-B14F-4D97-AF65-F5344CB8AC3E}">
        <p14:creationId xmlns:p14="http://schemas.microsoft.com/office/powerpoint/2010/main" val="39331419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59E42BCF-C4F3-431D-B5C6-E14B3F26BBC0}"/>
              </a:ext>
            </a:extLst>
          </p:cNvPr>
          <p:cNvSpPr/>
          <p:nvPr/>
        </p:nvSpPr>
        <p:spPr>
          <a:xfrm>
            <a:off x="-24063" y="-274320"/>
            <a:ext cx="24534857" cy="14264640"/>
          </a:xfrm>
          <a:prstGeom prst="rect">
            <a:avLst/>
          </a:prstGeom>
          <a:solidFill>
            <a:srgbClr val="192D49"/>
          </a:solidFill>
          <a:ln w="12700" cap="flat">
            <a:noFill/>
            <a:miter lim="400000"/>
          </a:ln>
          <a:effectLst>
            <a:outerShdw blurRad="50800" dist="25400" dir="5400000" rotWithShape="0">
              <a:srgbClr val="000000">
                <a:alpha val="5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71437" tIns="71437" rIns="71437" bIns="71437" numCol="1" spcCol="38100" rtlCol="0" anchor="ctr">
            <a:spAutoFit/>
          </a:bodyPr>
          <a:lstStyle/>
          <a:p>
            <a:pPr marL="0" marR="0" indent="0" algn="ctr" defTabSz="5842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pt-BR" sz="3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+mn-ea"/>
              <a:cs typeface="+mn-cs"/>
              <a:sym typeface="Helvetica Light"/>
            </a:endParaRPr>
          </a:p>
        </p:txBody>
      </p:sp>
      <p:sp>
        <p:nvSpPr>
          <p:cNvPr id="7" name="Google Shape;67;p14">
            <a:extLst>
              <a:ext uri="{FF2B5EF4-FFF2-40B4-BE49-F238E27FC236}">
                <a16:creationId xmlns:a16="http://schemas.microsoft.com/office/drawing/2014/main" id="{0F55BA43-0ECF-4708-8967-C676F5713FDA}"/>
              </a:ext>
            </a:extLst>
          </p:cNvPr>
          <p:cNvSpPr txBox="1"/>
          <p:nvPr/>
        </p:nvSpPr>
        <p:spPr>
          <a:xfrm>
            <a:off x="897855" y="1347543"/>
            <a:ext cx="23165303" cy="2141618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182850" tIns="182850" rIns="182850" bIns="182850" anchor="t" anchorCtr="0">
            <a:noAutofit/>
          </a:bodyPr>
          <a:lstStyle/>
          <a:p>
            <a:pPr lvl="0" algn="l">
              <a:spcBef>
                <a:spcPts val="1800"/>
              </a:spcBef>
            </a:pPr>
            <a:r>
              <a:rPr lang="pt-BR" sz="36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Nosso desafio é assegurar que a camada do usuário esteja adequadamente protegida contra acesso não autorizado ou ataques maliciosos. Alguns exemplos incluem:</a:t>
            </a:r>
            <a:endParaRPr lang="pt-BR" sz="32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Google Shape;67;p14">
            <a:extLst>
              <a:ext uri="{FF2B5EF4-FFF2-40B4-BE49-F238E27FC236}">
                <a16:creationId xmlns:a16="http://schemas.microsoft.com/office/drawing/2014/main" id="{284D1B1A-4CAA-6E18-30FD-6A32579818FB}"/>
              </a:ext>
            </a:extLst>
          </p:cNvPr>
          <p:cNvSpPr txBox="1"/>
          <p:nvPr/>
        </p:nvSpPr>
        <p:spPr>
          <a:xfrm>
            <a:off x="897856" y="512780"/>
            <a:ext cx="17955738" cy="1476788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182850" tIns="182850" rIns="182850" bIns="182850" anchor="t" anchorCtr="0">
            <a:noAutofit/>
          </a:bodyPr>
          <a:lstStyle/>
          <a:p>
            <a:pPr lvl="0" algn="l"/>
            <a:r>
              <a:rPr lang="pt-BR" sz="7200" dirty="0">
                <a:solidFill>
                  <a:srgbClr val="F48120"/>
                </a:solidFill>
                <a:latin typeface="Metropolis Black" panose="00000A00000000000000" pitchFamily="50" charset="0"/>
                <a:ea typeface="Exo"/>
                <a:cs typeface="Exo"/>
                <a:sym typeface="Exo"/>
              </a:rPr>
              <a:t>CAMADAS DE SEGURANÇA</a:t>
            </a:r>
          </a:p>
        </p:txBody>
      </p:sp>
      <p:sp>
        <p:nvSpPr>
          <p:cNvPr id="10" name="Shape 46488">
            <a:extLst>
              <a:ext uri="{FF2B5EF4-FFF2-40B4-BE49-F238E27FC236}">
                <a16:creationId xmlns:a16="http://schemas.microsoft.com/office/drawing/2014/main" id="{09BDBAB9-693A-0E8B-258D-83186B2103F2}"/>
              </a:ext>
            </a:extLst>
          </p:cNvPr>
          <p:cNvSpPr/>
          <p:nvPr/>
        </p:nvSpPr>
        <p:spPr>
          <a:xfrm rot="5400000" flipH="1">
            <a:off x="1129303" y="11511690"/>
            <a:ext cx="1599235" cy="283172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4503" y="0"/>
                </a:moveTo>
                <a:cubicBezTo>
                  <a:pt x="3064" y="0"/>
                  <a:pt x="1896" y="1280"/>
                  <a:pt x="1896" y="2858"/>
                </a:cubicBezTo>
                <a:lnTo>
                  <a:pt x="1896" y="9446"/>
                </a:lnTo>
                <a:lnTo>
                  <a:pt x="0" y="10876"/>
                </a:lnTo>
                <a:lnTo>
                  <a:pt x="1896" y="12312"/>
                </a:lnTo>
                <a:lnTo>
                  <a:pt x="1896" y="18742"/>
                </a:lnTo>
                <a:cubicBezTo>
                  <a:pt x="1896" y="20320"/>
                  <a:pt x="3064" y="21600"/>
                  <a:pt x="4503" y="21600"/>
                </a:cubicBezTo>
                <a:lnTo>
                  <a:pt x="18993" y="21600"/>
                </a:lnTo>
                <a:cubicBezTo>
                  <a:pt x="20432" y="21600"/>
                  <a:pt x="21600" y="20320"/>
                  <a:pt x="21600" y="18742"/>
                </a:cubicBezTo>
                <a:lnTo>
                  <a:pt x="21600" y="2858"/>
                </a:lnTo>
                <a:cubicBezTo>
                  <a:pt x="21600" y="1280"/>
                  <a:pt x="20432" y="0"/>
                  <a:pt x="18993" y="0"/>
                </a:cubicBezTo>
                <a:lnTo>
                  <a:pt x="4503" y="0"/>
                </a:lnTo>
                <a:close/>
              </a:path>
            </a:pathLst>
          </a:custGeom>
          <a:solidFill>
            <a:schemeClr val="accent5">
              <a:lumMod val="20000"/>
              <a:lumOff val="80000"/>
            </a:schemeClr>
          </a:solidFill>
          <a:ln w="12700" cap="flat">
            <a:noFill/>
            <a:miter lim="400000"/>
          </a:ln>
          <a:effectLst/>
        </p:spPr>
        <p:txBody>
          <a:bodyPr wrap="square" lIns="0" tIns="0" rIns="0" bIns="0" numCol="1" anchor="t">
            <a:noAutofit/>
          </a:bodyPr>
          <a:lstStyle/>
          <a:p>
            <a:pPr algn="l" defTabSz="1828434" rtl="0">
              <a:defRPr/>
            </a:pPr>
            <a:endParaRPr lang="pt-BR" sz="3600" kern="1200">
              <a:solidFill>
                <a:srgbClr val="B3B3B3"/>
              </a:solidFill>
              <a:latin typeface="Lato Light" panose="020F0502020204030203" pitchFamily="34" charset="0"/>
            </a:endParaRPr>
          </a:p>
        </p:txBody>
      </p:sp>
      <p:sp>
        <p:nvSpPr>
          <p:cNvPr id="11" name="Shape 46493">
            <a:extLst>
              <a:ext uri="{FF2B5EF4-FFF2-40B4-BE49-F238E27FC236}">
                <a16:creationId xmlns:a16="http://schemas.microsoft.com/office/drawing/2014/main" id="{DF810593-1050-6D2D-B3A3-B6A6D6E1C8E2}"/>
              </a:ext>
            </a:extLst>
          </p:cNvPr>
          <p:cNvSpPr/>
          <p:nvPr/>
        </p:nvSpPr>
        <p:spPr>
          <a:xfrm rot="5400000" flipH="1">
            <a:off x="1117536" y="9766502"/>
            <a:ext cx="1599235" cy="283172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4503" y="0"/>
                </a:moveTo>
                <a:cubicBezTo>
                  <a:pt x="3064" y="0"/>
                  <a:pt x="1896" y="1280"/>
                  <a:pt x="1896" y="2858"/>
                </a:cubicBezTo>
                <a:lnTo>
                  <a:pt x="1896" y="9446"/>
                </a:lnTo>
                <a:lnTo>
                  <a:pt x="0" y="10876"/>
                </a:lnTo>
                <a:lnTo>
                  <a:pt x="1896" y="12312"/>
                </a:lnTo>
                <a:lnTo>
                  <a:pt x="1896" y="18742"/>
                </a:lnTo>
                <a:cubicBezTo>
                  <a:pt x="1896" y="20320"/>
                  <a:pt x="3064" y="21600"/>
                  <a:pt x="4503" y="21600"/>
                </a:cubicBezTo>
                <a:lnTo>
                  <a:pt x="18993" y="21600"/>
                </a:lnTo>
                <a:cubicBezTo>
                  <a:pt x="20432" y="21600"/>
                  <a:pt x="21600" y="20320"/>
                  <a:pt x="21600" y="18742"/>
                </a:cubicBezTo>
                <a:lnTo>
                  <a:pt x="21600" y="2858"/>
                </a:lnTo>
                <a:cubicBezTo>
                  <a:pt x="21600" y="1280"/>
                  <a:pt x="20432" y="0"/>
                  <a:pt x="18993" y="0"/>
                </a:cubicBezTo>
                <a:lnTo>
                  <a:pt x="4503" y="0"/>
                </a:lnTo>
                <a:close/>
              </a:path>
            </a:pathLst>
          </a:custGeom>
          <a:solidFill>
            <a:schemeClr val="accent5">
              <a:lumMod val="40000"/>
              <a:lumOff val="60000"/>
            </a:schemeClr>
          </a:solidFill>
          <a:ln w="12700" cap="flat">
            <a:noFill/>
            <a:miter lim="400000"/>
          </a:ln>
          <a:effectLst/>
        </p:spPr>
        <p:txBody>
          <a:bodyPr wrap="square" lIns="0" tIns="0" rIns="0" bIns="0" numCol="1" anchor="t">
            <a:noAutofit/>
          </a:bodyPr>
          <a:lstStyle/>
          <a:p>
            <a:pPr algn="l" defTabSz="1828434" rtl="0">
              <a:defRPr/>
            </a:pPr>
            <a:endParaRPr lang="pt-BR" sz="3600" kern="1200">
              <a:solidFill>
                <a:srgbClr val="B3B3B3"/>
              </a:solidFill>
              <a:latin typeface="Lato Light" panose="020F0502020204030203" pitchFamily="34" charset="0"/>
            </a:endParaRPr>
          </a:p>
        </p:txBody>
      </p:sp>
      <p:sp>
        <p:nvSpPr>
          <p:cNvPr id="12" name="Shape 46498">
            <a:extLst>
              <a:ext uri="{FF2B5EF4-FFF2-40B4-BE49-F238E27FC236}">
                <a16:creationId xmlns:a16="http://schemas.microsoft.com/office/drawing/2014/main" id="{70715C03-F8E6-6CA6-9509-1241D63EC389}"/>
              </a:ext>
            </a:extLst>
          </p:cNvPr>
          <p:cNvSpPr/>
          <p:nvPr/>
        </p:nvSpPr>
        <p:spPr>
          <a:xfrm rot="5400000" flipH="1">
            <a:off x="1117536" y="8011420"/>
            <a:ext cx="1599235" cy="283172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4503" y="0"/>
                </a:moveTo>
                <a:cubicBezTo>
                  <a:pt x="3064" y="0"/>
                  <a:pt x="1896" y="1280"/>
                  <a:pt x="1896" y="2858"/>
                </a:cubicBezTo>
                <a:lnTo>
                  <a:pt x="1896" y="9446"/>
                </a:lnTo>
                <a:lnTo>
                  <a:pt x="0" y="10876"/>
                </a:lnTo>
                <a:lnTo>
                  <a:pt x="1896" y="12312"/>
                </a:lnTo>
                <a:lnTo>
                  <a:pt x="1896" y="18742"/>
                </a:lnTo>
                <a:cubicBezTo>
                  <a:pt x="1896" y="20320"/>
                  <a:pt x="3064" y="21600"/>
                  <a:pt x="4503" y="21600"/>
                </a:cubicBezTo>
                <a:lnTo>
                  <a:pt x="18993" y="21600"/>
                </a:lnTo>
                <a:cubicBezTo>
                  <a:pt x="20432" y="21600"/>
                  <a:pt x="21600" y="20320"/>
                  <a:pt x="21600" y="18742"/>
                </a:cubicBezTo>
                <a:lnTo>
                  <a:pt x="21600" y="2858"/>
                </a:lnTo>
                <a:cubicBezTo>
                  <a:pt x="21600" y="1280"/>
                  <a:pt x="20432" y="0"/>
                  <a:pt x="18993" y="0"/>
                </a:cubicBezTo>
                <a:lnTo>
                  <a:pt x="4503" y="0"/>
                </a:lnTo>
                <a:close/>
              </a:path>
            </a:pathLst>
          </a:custGeom>
          <a:solidFill>
            <a:schemeClr val="accent5">
              <a:lumMod val="60000"/>
              <a:lumOff val="40000"/>
            </a:schemeClr>
          </a:solidFill>
          <a:ln w="12700" cap="flat">
            <a:noFill/>
            <a:miter lim="400000"/>
          </a:ln>
          <a:effectLst/>
        </p:spPr>
        <p:txBody>
          <a:bodyPr wrap="square" lIns="0" tIns="0" rIns="0" bIns="0" numCol="1" anchor="t">
            <a:noAutofit/>
          </a:bodyPr>
          <a:lstStyle/>
          <a:p>
            <a:pPr algn="l" defTabSz="1828434" rtl="0">
              <a:defRPr/>
            </a:pPr>
            <a:endParaRPr lang="pt-BR" sz="3600" kern="1200">
              <a:solidFill>
                <a:srgbClr val="B3B3B3"/>
              </a:solidFill>
              <a:latin typeface="Lato Light" panose="020F0502020204030203" pitchFamily="34" charset="0"/>
            </a:endParaRPr>
          </a:p>
        </p:txBody>
      </p:sp>
      <p:sp>
        <p:nvSpPr>
          <p:cNvPr id="13" name="Shape 46503">
            <a:extLst>
              <a:ext uri="{FF2B5EF4-FFF2-40B4-BE49-F238E27FC236}">
                <a16:creationId xmlns:a16="http://schemas.microsoft.com/office/drawing/2014/main" id="{6447AFE9-304C-3C11-756C-94BF6803BFB0}"/>
              </a:ext>
            </a:extLst>
          </p:cNvPr>
          <p:cNvSpPr/>
          <p:nvPr/>
        </p:nvSpPr>
        <p:spPr>
          <a:xfrm rot="5400000" flipH="1">
            <a:off x="1138332" y="6246448"/>
            <a:ext cx="1599235" cy="283172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4503" y="0"/>
                </a:moveTo>
                <a:cubicBezTo>
                  <a:pt x="3064" y="0"/>
                  <a:pt x="1896" y="1280"/>
                  <a:pt x="1896" y="2858"/>
                </a:cubicBezTo>
                <a:lnTo>
                  <a:pt x="1896" y="9446"/>
                </a:lnTo>
                <a:lnTo>
                  <a:pt x="0" y="10876"/>
                </a:lnTo>
                <a:lnTo>
                  <a:pt x="1896" y="12312"/>
                </a:lnTo>
                <a:lnTo>
                  <a:pt x="1896" y="18742"/>
                </a:lnTo>
                <a:cubicBezTo>
                  <a:pt x="1896" y="20320"/>
                  <a:pt x="3064" y="21600"/>
                  <a:pt x="4503" y="21600"/>
                </a:cubicBezTo>
                <a:lnTo>
                  <a:pt x="18993" y="21600"/>
                </a:lnTo>
                <a:cubicBezTo>
                  <a:pt x="20432" y="21600"/>
                  <a:pt x="21600" y="20320"/>
                  <a:pt x="21600" y="18742"/>
                </a:cubicBezTo>
                <a:lnTo>
                  <a:pt x="21600" y="2858"/>
                </a:lnTo>
                <a:cubicBezTo>
                  <a:pt x="21600" y="1280"/>
                  <a:pt x="20432" y="0"/>
                  <a:pt x="18993" y="0"/>
                </a:cubicBezTo>
                <a:lnTo>
                  <a:pt x="4503" y="0"/>
                </a:lnTo>
                <a:close/>
              </a:path>
            </a:pathLst>
          </a:custGeom>
          <a:solidFill>
            <a:srgbClr val="AB2004"/>
          </a:solidFill>
          <a:ln w="12700" cap="flat">
            <a:noFill/>
            <a:miter lim="400000"/>
          </a:ln>
          <a:effectLst/>
        </p:spPr>
        <p:txBody>
          <a:bodyPr wrap="square" lIns="0" tIns="0" rIns="0" bIns="0" numCol="1" anchor="t">
            <a:noAutofit/>
          </a:bodyPr>
          <a:lstStyle/>
          <a:p>
            <a:pPr algn="l" defTabSz="1828434" rtl="0">
              <a:defRPr/>
            </a:pPr>
            <a:endParaRPr lang="pt-BR" sz="3600" kern="1200">
              <a:solidFill>
                <a:srgbClr val="B3B3B3"/>
              </a:solidFill>
              <a:latin typeface="Lato Light" panose="020F0502020204030203" pitchFamily="34" charset="0"/>
            </a:endParaRPr>
          </a:p>
        </p:txBody>
      </p:sp>
      <p:sp>
        <p:nvSpPr>
          <p:cNvPr id="14" name="Shape 46508">
            <a:extLst>
              <a:ext uri="{FF2B5EF4-FFF2-40B4-BE49-F238E27FC236}">
                <a16:creationId xmlns:a16="http://schemas.microsoft.com/office/drawing/2014/main" id="{015B5B9F-FDFB-2F42-9041-DB069AAC3604}"/>
              </a:ext>
            </a:extLst>
          </p:cNvPr>
          <p:cNvSpPr/>
          <p:nvPr/>
        </p:nvSpPr>
        <p:spPr>
          <a:xfrm rot="5400000" flipH="1">
            <a:off x="1138332" y="4470163"/>
            <a:ext cx="1599235" cy="283172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4503" y="0"/>
                </a:moveTo>
                <a:cubicBezTo>
                  <a:pt x="3064" y="0"/>
                  <a:pt x="1896" y="1280"/>
                  <a:pt x="1896" y="2858"/>
                </a:cubicBezTo>
                <a:lnTo>
                  <a:pt x="1896" y="9446"/>
                </a:lnTo>
                <a:lnTo>
                  <a:pt x="0" y="10876"/>
                </a:lnTo>
                <a:lnTo>
                  <a:pt x="1896" y="12312"/>
                </a:lnTo>
                <a:lnTo>
                  <a:pt x="1896" y="18742"/>
                </a:lnTo>
                <a:cubicBezTo>
                  <a:pt x="1896" y="20320"/>
                  <a:pt x="3064" y="21600"/>
                  <a:pt x="4503" y="21600"/>
                </a:cubicBezTo>
                <a:lnTo>
                  <a:pt x="18993" y="21600"/>
                </a:lnTo>
                <a:cubicBezTo>
                  <a:pt x="20432" y="21600"/>
                  <a:pt x="21600" y="20320"/>
                  <a:pt x="21600" y="18742"/>
                </a:cubicBezTo>
                <a:lnTo>
                  <a:pt x="21600" y="2858"/>
                </a:lnTo>
                <a:cubicBezTo>
                  <a:pt x="21600" y="1280"/>
                  <a:pt x="20432" y="0"/>
                  <a:pt x="18993" y="0"/>
                </a:cubicBezTo>
                <a:lnTo>
                  <a:pt x="4503" y="0"/>
                </a:lnTo>
                <a:close/>
              </a:path>
            </a:pathLst>
          </a:custGeom>
          <a:solidFill>
            <a:srgbClr val="821801"/>
          </a:solidFill>
          <a:ln w="12700" cap="flat">
            <a:noFill/>
            <a:miter lim="400000"/>
          </a:ln>
          <a:effectLst/>
        </p:spPr>
        <p:txBody>
          <a:bodyPr wrap="square" lIns="0" tIns="0" rIns="0" bIns="0" numCol="1" anchor="t">
            <a:noAutofit/>
          </a:bodyPr>
          <a:lstStyle/>
          <a:p>
            <a:pPr algn="l" defTabSz="1828434" rtl="0">
              <a:defRPr/>
            </a:pPr>
            <a:endParaRPr lang="pt-BR" sz="3600" kern="1200">
              <a:solidFill>
                <a:srgbClr val="B3B3B3"/>
              </a:solidFill>
              <a:latin typeface="Lato Light" panose="020F0502020204030203" pitchFamily="34" charset="0"/>
            </a:endParaRPr>
          </a:p>
        </p:txBody>
      </p:sp>
      <p:sp>
        <p:nvSpPr>
          <p:cNvPr id="15" name="TextBox 41">
            <a:extLst>
              <a:ext uri="{FF2B5EF4-FFF2-40B4-BE49-F238E27FC236}">
                <a16:creationId xmlns:a16="http://schemas.microsoft.com/office/drawing/2014/main" id="{308D69C8-4C28-506D-D0E0-465C80FAF80B}"/>
              </a:ext>
            </a:extLst>
          </p:cNvPr>
          <p:cNvSpPr txBox="1"/>
          <p:nvPr/>
        </p:nvSpPr>
        <p:spPr>
          <a:xfrm>
            <a:off x="1512951" y="12475102"/>
            <a:ext cx="866833" cy="830997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/>
          <a:p>
            <a:pPr defTabSz="1828434" rtl="0">
              <a:defRPr/>
            </a:pPr>
            <a:r>
              <a:rPr lang="pt-BR" sz="4800" b="1" kern="1200" dirty="0">
                <a:solidFill>
                  <a:srgbClr val="FFFFFF"/>
                </a:solidFill>
                <a:latin typeface="Poppins" pitchFamily="2" charset="77"/>
                <a:ea typeface="League Spartan" charset="0"/>
                <a:cs typeface="Poppins" pitchFamily="2" charset="77"/>
              </a:rPr>
              <a:t>01</a:t>
            </a:r>
          </a:p>
        </p:txBody>
      </p:sp>
      <p:sp>
        <p:nvSpPr>
          <p:cNvPr id="17" name="TextBox 43">
            <a:extLst>
              <a:ext uri="{FF2B5EF4-FFF2-40B4-BE49-F238E27FC236}">
                <a16:creationId xmlns:a16="http://schemas.microsoft.com/office/drawing/2014/main" id="{76D86030-373B-629B-4818-30EE5DDC9BBB}"/>
              </a:ext>
            </a:extLst>
          </p:cNvPr>
          <p:cNvSpPr txBox="1"/>
          <p:nvPr/>
        </p:nvSpPr>
        <p:spPr>
          <a:xfrm>
            <a:off x="1487704" y="10826504"/>
            <a:ext cx="981431" cy="830997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/>
          <a:p>
            <a:pPr defTabSz="1828434" rtl="0">
              <a:defRPr/>
            </a:pPr>
            <a:r>
              <a:rPr lang="pt-BR" sz="4800" b="1" kern="1200" dirty="0">
                <a:solidFill>
                  <a:srgbClr val="FFFFFF"/>
                </a:solidFill>
                <a:latin typeface="Poppins" pitchFamily="2" charset="77"/>
                <a:ea typeface="League Spartan" charset="0"/>
                <a:cs typeface="Poppins" pitchFamily="2" charset="77"/>
              </a:rPr>
              <a:t>02</a:t>
            </a:r>
          </a:p>
        </p:txBody>
      </p:sp>
      <p:sp>
        <p:nvSpPr>
          <p:cNvPr id="19" name="TextBox 45">
            <a:extLst>
              <a:ext uri="{FF2B5EF4-FFF2-40B4-BE49-F238E27FC236}">
                <a16:creationId xmlns:a16="http://schemas.microsoft.com/office/drawing/2014/main" id="{3DE1A2DB-9969-EF52-03E9-31E5B9297BAF}"/>
              </a:ext>
            </a:extLst>
          </p:cNvPr>
          <p:cNvSpPr txBox="1"/>
          <p:nvPr/>
        </p:nvSpPr>
        <p:spPr>
          <a:xfrm>
            <a:off x="1471471" y="9071422"/>
            <a:ext cx="1002060" cy="830997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/>
          <a:p>
            <a:pPr defTabSz="1828434" rtl="0">
              <a:defRPr/>
            </a:pPr>
            <a:r>
              <a:rPr lang="pt-BR" sz="4800" b="1" kern="1200" dirty="0">
                <a:solidFill>
                  <a:srgbClr val="FFFFFF"/>
                </a:solidFill>
                <a:latin typeface="Poppins" pitchFamily="2" charset="77"/>
                <a:ea typeface="League Spartan" charset="0"/>
                <a:cs typeface="Poppins" pitchFamily="2" charset="77"/>
              </a:rPr>
              <a:t>03</a:t>
            </a:r>
          </a:p>
        </p:txBody>
      </p:sp>
      <p:sp>
        <p:nvSpPr>
          <p:cNvPr id="21" name="TextBox 47">
            <a:extLst>
              <a:ext uri="{FF2B5EF4-FFF2-40B4-BE49-F238E27FC236}">
                <a16:creationId xmlns:a16="http://schemas.microsoft.com/office/drawing/2014/main" id="{88880B93-B591-D3DF-E1B1-4AC213BB3406}"/>
              </a:ext>
            </a:extLst>
          </p:cNvPr>
          <p:cNvSpPr txBox="1"/>
          <p:nvPr/>
        </p:nvSpPr>
        <p:spPr>
          <a:xfrm>
            <a:off x="1471266" y="7306450"/>
            <a:ext cx="1043316" cy="830997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/>
          <a:p>
            <a:pPr defTabSz="1828434" rtl="0">
              <a:defRPr/>
            </a:pPr>
            <a:r>
              <a:rPr lang="pt-BR" sz="4800" b="1" kern="1200">
                <a:solidFill>
                  <a:srgbClr val="FFFFFF"/>
                </a:solidFill>
                <a:latin typeface="Poppins" pitchFamily="2" charset="77"/>
                <a:ea typeface="League Spartan" charset="0"/>
                <a:cs typeface="Poppins" pitchFamily="2" charset="77"/>
              </a:rPr>
              <a:t>04</a:t>
            </a:r>
          </a:p>
        </p:txBody>
      </p:sp>
      <p:sp>
        <p:nvSpPr>
          <p:cNvPr id="23" name="TextBox 49">
            <a:extLst>
              <a:ext uri="{FF2B5EF4-FFF2-40B4-BE49-F238E27FC236}">
                <a16:creationId xmlns:a16="http://schemas.microsoft.com/office/drawing/2014/main" id="{78D3D69C-EF8B-DD3B-6BD3-3F5BCC8B8CFE}"/>
              </a:ext>
            </a:extLst>
          </p:cNvPr>
          <p:cNvSpPr txBox="1"/>
          <p:nvPr/>
        </p:nvSpPr>
        <p:spPr>
          <a:xfrm>
            <a:off x="1476923" y="5530165"/>
            <a:ext cx="1027271" cy="830997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/>
          <a:p>
            <a:pPr defTabSz="1828434" rtl="0">
              <a:defRPr/>
            </a:pPr>
            <a:r>
              <a:rPr lang="pt-BR" sz="4800" b="1" kern="1200">
                <a:solidFill>
                  <a:srgbClr val="FFFFFF"/>
                </a:solidFill>
                <a:latin typeface="Poppins" pitchFamily="2" charset="77"/>
                <a:ea typeface="League Spartan" charset="0"/>
                <a:cs typeface="Poppins" pitchFamily="2" charset="77"/>
              </a:rPr>
              <a:t>05</a:t>
            </a:r>
          </a:p>
        </p:txBody>
      </p:sp>
      <p:sp>
        <p:nvSpPr>
          <p:cNvPr id="25" name="Shape 46508">
            <a:extLst>
              <a:ext uri="{FF2B5EF4-FFF2-40B4-BE49-F238E27FC236}">
                <a16:creationId xmlns:a16="http://schemas.microsoft.com/office/drawing/2014/main" id="{F7C13EA5-4A91-0969-8EEA-4E7DDCEC629C}"/>
              </a:ext>
            </a:extLst>
          </p:cNvPr>
          <p:cNvSpPr/>
          <p:nvPr/>
        </p:nvSpPr>
        <p:spPr>
          <a:xfrm rot="5400000" flipH="1">
            <a:off x="1138332" y="2731233"/>
            <a:ext cx="1599235" cy="283172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4503" y="0"/>
                </a:moveTo>
                <a:cubicBezTo>
                  <a:pt x="3064" y="0"/>
                  <a:pt x="1896" y="1280"/>
                  <a:pt x="1896" y="2858"/>
                </a:cubicBezTo>
                <a:lnTo>
                  <a:pt x="1896" y="9446"/>
                </a:lnTo>
                <a:lnTo>
                  <a:pt x="0" y="10876"/>
                </a:lnTo>
                <a:lnTo>
                  <a:pt x="1896" y="12312"/>
                </a:lnTo>
                <a:lnTo>
                  <a:pt x="1896" y="18742"/>
                </a:lnTo>
                <a:cubicBezTo>
                  <a:pt x="1896" y="20320"/>
                  <a:pt x="3064" y="21600"/>
                  <a:pt x="4503" y="21600"/>
                </a:cubicBezTo>
                <a:lnTo>
                  <a:pt x="18993" y="21600"/>
                </a:lnTo>
                <a:cubicBezTo>
                  <a:pt x="20432" y="21600"/>
                  <a:pt x="21600" y="20320"/>
                  <a:pt x="21600" y="18742"/>
                </a:cubicBezTo>
                <a:lnTo>
                  <a:pt x="21600" y="2858"/>
                </a:lnTo>
                <a:cubicBezTo>
                  <a:pt x="21600" y="1280"/>
                  <a:pt x="20432" y="0"/>
                  <a:pt x="18993" y="0"/>
                </a:cubicBezTo>
                <a:lnTo>
                  <a:pt x="4503" y="0"/>
                </a:lnTo>
                <a:close/>
              </a:path>
            </a:pathLst>
          </a:custGeom>
          <a:solidFill>
            <a:schemeClr val="accent5">
              <a:lumMod val="50000"/>
            </a:schemeClr>
          </a:solidFill>
          <a:ln w="12700" cap="flat">
            <a:noFill/>
            <a:miter lim="400000"/>
          </a:ln>
          <a:effectLst/>
        </p:spPr>
        <p:txBody>
          <a:bodyPr wrap="square" lIns="0" tIns="0" rIns="0" bIns="0" numCol="1" anchor="t">
            <a:noAutofit/>
          </a:bodyPr>
          <a:lstStyle/>
          <a:p>
            <a:pPr algn="l" defTabSz="1828434" rtl="0">
              <a:defRPr/>
            </a:pPr>
            <a:endParaRPr lang="pt-BR" sz="3600" kern="1200">
              <a:solidFill>
                <a:srgbClr val="B3B3B3"/>
              </a:solidFill>
              <a:latin typeface="Lato Light" panose="020F0502020204030203" pitchFamily="34" charset="0"/>
            </a:endParaRPr>
          </a:p>
        </p:txBody>
      </p:sp>
      <p:sp>
        <p:nvSpPr>
          <p:cNvPr id="26" name="TextBox 49">
            <a:extLst>
              <a:ext uri="{FF2B5EF4-FFF2-40B4-BE49-F238E27FC236}">
                <a16:creationId xmlns:a16="http://schemas.microsoft.com/office/drawing/2014/main" id="{04927EB7-9ADD-7260-F804-08C49325236D}"/>
              </a:ext>
            </a:extLst>
          </p:cNvPr>
          <p:cNvSpPr txBox="1"/>
          <p:nvPr/>
        </p:nvSpPr>
        <p:spPr>
          <a:xfrm>
            <a:off x="1479328" y="3791237"/>
            <a:ext cx="1020396" cy="830997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/>
          <a:p>
            <a:pPr defTabSz="1828434" rtl="0">
              <a:defRPr/>
            </a:pPr>
            <a:r>
              <a:rPr lang="pt-BR" sz="4800" b="1" kern="1200" dirty="0">
                <a:solidFill>
                  <a:srgbClr val="FFFFFF"/>
                </a:solidFill>
                <a:latin typeface="Poppins" pitchFamily="2" charset="77"/>
                <a:ea typeface="League Spartan" charset="0"/>
                <a:cs typeface="Poppins" pitchFamily="2" charset="77"/>
              </a:rPr>
              <a:t>06</a:t>
            </a:r>
          </a:p>
        </p:txBody>
      </p:sp>
      <p:sp>
        <p:nvSpPr>
          <p:cNvPr id="52" name="Google Shape;67;p14">
            <a:extLst>
              <a:ext uri="{FF2B5EF4-FFF2-40B4-BE49-F238E27FC236}">
                <a16:creationId xmlns:a16="http://schemas.microsoft.com/office/drawing/2014/main" id="{337ED94A-2713-692C-B13A-01C10BF28900}"/>
              </a:ext>
            </a:extLst>
          </p:cNvPr>
          <p:cNvSpPr txBox="1"/>
          <p:nvPr/>
        </p:nvSpPr>
        <p:spPr>
          <a:xfrm>
            <a:off x="3344783" y="12016617"/>
            <a:ext cx="20534072" cy="1590473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182850" tIns="182850" rIns="182850" bIns="182850" anchor="t" anchorCtr="0">
            <a:noAutofit/>
          </a:bodyPr>
          <a:lstStyle/>
          <a:p>
            <a:pPr lvl="0" algn="l">
              <a:spcBef>
                <a:spcPts val="1800"/>
              </a:spcBef>
            </a:pPr>
            <a:r>
              <a:rPr lang="pt-BR" sz="2800" dirty="0">
                <a:solidFill>
                  <a:srgbClr val="F4812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Camada física</a:t>
            </a:r>
            <a:r>
              <a:rPr lang="pt-BR" sz="28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: Esta camada protege as informações por meio de barreiras físicas, como cercas, portões, câmeras de vigilância e sensores de movimento.</a:t>
            </a:r>
          </a:p>
        </p:txBody>
      </p:sp>
      <p:sp>
        <p:nvSpPr>
          <p:cNvPr id="53" name="Google Shape;67;p14">
            <a:extLst>
              <a:ext uri="{FF2B5EF4-FFF2-40B4-BE49-F238E27FC236}">
                <a16:creationId xmlns:a16="http://schemas.microsoft.com/office/drawing/2014/main" id="{0FF0FECA-FA61-CC0F-31A1-C576ED30A50B}"/>
              </a:ext>
            </a:extLst>
          </p:cNvPr>
          <p:cNvSpPr txBox="1"/>
          <p:nvPr/>
        </p:nvSpPr>
        <p:spPr>
          <a:xfrm>
            <a:off x="3344783" y="10298381"/>
            <a:ext cx="20534072" cy="1599235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182850" tIns="182850" rIns="182850" bIns="182850" anchor="t" anchorCtr="0">
            <a:noAutofit/>
          </a:bodyPr>
          <a:lstStyle/>
          <a:p>
            <a:pPr lvl="0" algn="l">
              <a:spcBef>
                <a:spcPts val="1800"/>
              </a:spcBef>
            </a:pPr>
            <a:r>
              <a:rPr lang="pt-BR" sz="2800" dirty="0">
                <a:solidFill>
                  <a:srgbClr val="F4812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Camada de rede</a:t>
            </a:r>
            <a:r>
              <a:rPr lang="pt-BR" sz="28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: Essa camada protege as informações durante o trânsito pela rede, impedindo que elas sejam interceptadas ou modificadas através de criptografia de dados, firewalls, detecção de intrusão e sistemas de prevenção de intrusão.</a:t>
            </a:r>
          </a:p>
        </p:txBody>
      </p:sp>
      <p:sp>
        <p:nvSpPr>
          <p:cNvPr id="54" name="Google Shape;67;p14">
            <a:extLst>
              <a:ext uri="{FF2B5EF4-FFF2-40B4-BE49-F238E27FC236}">
                <a16:creationId xmlns:a16="http://schemas.microsoft.com/office/drawing/2014/main" id="{4BC1A849-B205-52DB-9373-E8BE5F189898}"/>
              </a:ext>
            </a:extLst>
          </p:cNvPr>
          <p:cNvSpPr txBox="1"/>
          <p:nvPr/>
        </p:nvSpPr>
        <p:spPr>
          <a:xfrm>
            <a:off x="3368668" y="8560216"/>
            <a:ext cx="20534072" cy="1599236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182850" tIns="182850" rIns="182850" bIns="182850" anchor="t" anchorCtr="0">
            <a:noAutofit/>
          </a:bodyPr>
          <a:lstStyle/>
          <a:p>
            <a:pPr lvl="0" algn="l">
              <a:spcBef>
                <a:spcPts val="1800"/>
              </a:spcBef>
            </a:pPr>
            <a:r>
              <a:rPr lang="pt-BR" sz="2800" dirty="0">
                <a:solidFill>
                  <a:srgbClr val="F4812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Camada de sistema</a:t>
            </a:r>
            <a:r>
              <a:rPr lang="pt-BR" sz="28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: Essa camada protege as informações em sistemas individuais, impedindo o acesso não autorizado por meio de senhas fortes, autenticação de dois fatores e restrições de acesso baseadas em funções.</a:t>
            </a:r>
          </a:p>
        </p:txBody>
      </p:sp>
      <p:sp>
        <p:nvSpPr>
          <p:cNvPr id="55" name="Google Shape;67;p14">
            <a:extLst>
              <a:ext uri="{FF2B5EF4-FFF2-40B4-BE49-F238E27FC236}">
                <a16:creationId xmlns:a16="http://schemas.microsoft.com/office/drawing/2014/main" id="{390BA9D3-A57B-A24F-8079-987CC39D21C7}"/>
              </a:ext>
            </a:extLst>
          </p:cNvPr>
          <p:cNvSpPr txBox="1"/>
          <p:nvPr/>
        </p:nvSpPr>
        <p:spPr>
          <a:xfrm>
            <a:off x="3320542" y="6790907"/>
            <a:ext cx="20534072" cy="1693098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182850" tIns="182850" rIns="182850" bIns="182850" anchor="t" anchorCtr="0">
            <a:noAutofit/>
          </a:bodyPr>
          <a:lstStyle/>
          <a:p>
            <a:pPr lvl="0" algn="l">
              <a:spcBef>
                <a:spcPts val="1800"/>
              </a:spcBef>
            </a:pPr>
            <a:r>
              <a:rPr lang="pt-BR" sz="2800" dirty="0">
                <a:solidFill>
                  <a:srgbClr val="F4812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Camada de aplicativo</a:t>
            </a:r>
            <a:r>
              <a:rPr lang="pt-BR" sz="28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: Essa camada protege as informações em aplicativos e bancos de dados, garantindo que somente usuários autorizados possam acessá-las e que os dados sejam armazenados de maneira segura e criptografada.</a:t>
            </a:r>
          </a:p>
        </p:txBody>
      </p:sp>
      <p:sp>
        <p:nvSpPr>
          <p:cNvPr id="56" name="Google Shape;67;p14">
            <a:extLst>
              <a:ext uri="{FF2B5EF4-FFF2-40B4-BE49-F238E27FC236}">
                <a16:creationId xmlns:a16="http://schemas.microsoft.com/office/drawing/2014/main" id="{2D24FEBC-5FCC-60E5-9797-BDFFEEDB1252}"/>
              </a:ext>
            </a:extLst>
          </p:cNvPr>
          <p:cNvSpPr txBox="1"/>
          <p:nvPr/>
        </p:nvSpPr>
        <p:spPr>
          <a:xfrm>
            <a:off x="3320542" y="4939506"/>
            <a:ext cx="21063458" cy="1693098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182850" tIns="182850" rIns="182850" bIns="182850" anchor="t" anchorCtr="0">
            <a:noAutofit/>
          </a:bodyPr>
          <a:lstStyle/>
          <a:p>
            <a:pPr lvl="0" algn="l">
              <a:spcBef>
                <a:spcPts val="1800"/>
              </a:spcBef>
            </a:pPr>
            <a:r>
              <a:rPr lang="pt-BR" sz="2800" dirty="0">
                <a:solidFill>
                  <a:srgbClr val="F4812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Camada de dados</a:t>
            </a:r>
            <a:r>
              <a:rPr lang="pt-BR" sz="28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: Essa camada protege os dados sensíveis por meio de criptografia e gerenciamento de chaves de criptografia. Isso impede que hackers acessem informações confidenciais, mesmo que consigam penetrar em outras camadas de segurança.</a:t>
            </a:r>
          </a:p>
        </p:txBody>
      </p:sp>
      <p:sp>
        <p:nvSpPr>
          <p:cNvPr id="4" name="Google Shape;67;p14">
            <a:extLst>
              <a:ext uri="{FF2B5EF4-FFF2-40B4-BE49-F238E27FC236}">
                <a16:creationId xmlns:a16="http://schemas.microsoft.com/office/drawing/2014/main" id="{8D6D6D3E-16F1-2F21-8DBB-61E68EBC3927}"/>
              </a:ext>
            </a:extLst>
          </p:cNvPr>
          <p:cNvSpPr txBox="1"/>
          <p:nvPr/>
        </p:nvSpPr>
        <p:spPr>
          <a:xfrm>
            <a:off x="3320542" y="3135091"/>
            <a:ext cx="21063458" cy="1739422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182850" tIns="182850" rIns="182850" bIns="182850" anchor="t" anchorCtr="0">
            <a:noAutofit/>
          </a:bodyPr>
          <a:lstStyle/>
          <a:p>
            <a:pPr lvl="0" algn="l">
              <a:spcBef>
                <a:spcPts val="1800"/>
              </a:spcBef>
            </a:pPr>
            <a:r>
              <a:rPr lang="pt-BR" sz="2800" dirty="0">
                <a:solidFill>
                  <a:srgbClr val="F4812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Camada de usuário</a:t>
            </a:r>
            <a:r>
              <a:rPr lang="pt-BR" sz="28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: Essa camada protege as informações por meio da educação dos usuários sobre práticas de segurança, como não compartilhar senhas, não clicar em links suspeitos e não divulgar informações confidenciais. Os usuários são muitas vezes o elo mais fraco na cadeia de segurança, e a educação pode ajudar a minimizar o risco de falhas de segurança causadas por erros humanos.</a:t>
            </a:r>
          </a:p>
        </p:txBody>
      </p:sp>
      <p:grpSp>
        <p:nvGrpSpPr>
          <p:cNvPr id="20" name="Agrupar 19">
            <a:extLst>
              <a:ext uri="{FF2B5EF4-FFF2-40B4-BE49-F238E27FC236}">
                <a16:creationId xmlns:a16="http://schemas.microsoft.com/office/drawing/2014/main" id="{005E7387-52AE-917D-22E1-D17806B8D990}"/>
              </a:ext>
            </a:extLst>
          </p:cNvPr>
          <p:cNvGrpSpPr/>
          <p:nvPr/>
        </p:nvGrpSpPr>
        <p:grpSpPr>
          <a:xfrm>
            <a:off x="10916537" y="25177"/>
            <a:ext cx="13434657" cy="1033600"/>
            <a:chOff x="20106079" y="-335768"/>
            <a:chExt cx="4245186" cy="990509"/>
          </a:xfrm>
        </p:grpSpPr>
        <p:sp>
          <p:nvSpPr>
            <p:cNvPr id="22" name="Chevron 10">
              <a:extLst>
                <a:ext uri="{FF2B5EF4-FFF2-40B4-BE49-F238E27FC236}">
                  <a16:creationId xmlns:a16="http://schemas.microsoft.com/office/drawing/2014/main" id="{A0E26BBC-6905-8110-BDBF-56938AEFD124}"/>
                </a:ext>
              </a:extLst>
            </p:cNvPr>
            <p:cNvSpPr/>
            <p:nvPr/>
          </p:nvSpPr>
          <p:spPr bwMode="auto">
            <a:xfrm>
              <a:off x="20844236" y="-335768"/>
              <a:ext cx="933577" cy="990509"/>
            </a:xfrm>
            <a:prstGeom prst="chevron">
              <a:avLst>
                <a:gd name="adj" fmla="val 31818"/>
              </a:avLst>
            </a:prstGeom>
            <a:solidFill>
              <a:srgbClr val="FFFFFF">
                <a:lumMod val="85000"/>
                <a:alpha val="90000"/>
              </a:srgbClr>
            </a:solidFill>
            <a:ln>
              <a:noFill/>
            </a:ln>
            <a:effectLst/>
          </p:spPr>
          <p:txBody>
            <a:bodyPr wrap="square" lIns="91440" tIns="45715" rIns="0" bIns="45715" rtlCol="0" anchor="ctr">
              <a:noAutofit/>
            </a:bodyPr>
            <a:lstStyle/>
            <a:p>
              <a:pPr defTabSz="623853" rtl="0" fontAlgn="base">
                <a:spcBef>
                  <a:spcPts val="600"/>
                </a:spcBef>
                <a:spcAft>
                  <a:spcPts val="600"/>
                </a:spcAft>
                <a:buClr>
                  <a:srgbClr val="000000"/>
                </a:buClr>
              </a:pPr>
              <a:r>
                <a:rPr lang="pt-BR" sz="2800" b="1" kern="1200">
                  <a:solidFill>
                    <a:srgbClr val="FFFFFF"/>
                  </a:solidFill>
                  <a:latin typeface="Arial" charset="0"/>
                  <a:cs typeface="Times New Roman" pitchFamily="18" charset="0"/>
                </a:rPr>
                <a:t>Desafios</a:t>
              </a:r>
            </a:p>
          </p:txBody>
        </p:sp>
        <p:sp>
          <p:nvSpPr>
            <p:cNvPr id="24" name="Chevron 12">
              <a:extLst>
                <a:ext uri="{FF2B5EF4-FFF2-40B4-BE49-F238E27FC236}">
                  <a16:creationId xmlns:a16="http://schemas.microsoft.com/office/drawing/2014/main" id="{C617026C-93A4-EF8C-10C1-EF5CC8D48305}"/>
                </a:ext>
              </a:extLst>
            </p:cNvPr>
            <p:cNvSpPr/>
            <p:nvPr/>
          </p:nvSpPr>
          <p:spPr bwMode="auto">
            <a:xfrm>
              <a:off x="21699520" y="-335768"/>
              <a:ext cx="933577" cy="990509"/>
            </a:xfrm>
            <a:prstGeom prst="chevron">
              <a:avLst>
                <a:gd name="adj" fmla="val 31818"/>
              </a:avLst>
            </a:prstGeom>
            <a:solidFill>
              <a:srgbClr val="FFFFFF">
                <a:lumMod val="85000"/>
                <a:alpha val="90000"/>
              </a:srgbClr>
            </a:solidFill>
            <a:ln>
              <a:noFill/>
            </a:ln>
            <a:effectLst/>
          </p:spPr>
          <p:txBody>
            <a:bodyPr wrap="square" lIns="91440" tIns="45715" rIns="0" bIns="45715" rtlCol="0" anchor="ctr">
              <a:noAutofit/>
            </a:bodyPr>
            <a:lstStyle/>
            <a:p>
              <a:pPr defTabSz="623853" rtl="0" fontAlgn="base">
                <a:spcBef>
                  <a:spcPts val="600"/>
                </a:spcBef>
                <a:spcAft>
                  <a:spcPts val="600"/>
                </a:spcAft>
                <a:buClr>
                  <a:srgbClr val="000000"/>
                </a:buClr>
              </a:pPr>
              <a:r>
                <a:rPr lang="pt-BR" sz="2800" b="1" kern="1200" dirty="0">
                  <a:solidFill>
                    <a:srgbClr val="FFFFFF"/>
                  </a:solidFill>
                  <a:latin typeface="Arial" charset="0"/>
                  <a:cs typeface="Times New Roman" pitchFamily="18" charset="0"/>
                </a:rPr>
                <a:t>Abrangência</a:t>
              </a:r>
            </a:p>
          </p:txBody>
        </p:sp>
        <p:sp>
          <p:nvSpPr>
            <p:cNvPr id="27" name="Chevron 14">
              <a:extLst>
                <a:ext uri="{FF2B5EF4-FFF2-40B4-BE49-F238E27FC236}">
                  <a16:creationId xmlns:a16="http://schemas.microsoft.com/office/drawing/2014/main" id="{B2A3C8D6-0B2B-0703-27D7-AA2C0A434746}"/>
                </a:ext>
              </a:extLst>
            </p:cNvPr>
            <p:cNvSpPr/>
            <p:nvPr/>
          </p:nvSpPr>
          <p:spPr bwMode="auto">
            <a:xfrm>
              <a:off x="22562405" y="-335768"/>
              <a:ext cx="933577" cy="990509"/>
            </a:xfrm>
            <a:prstGeom prst="chevron">
              <a:avLst>
                <a:gd name="adj" fmla="val 31818"/>
              </a:avLst>
            </a:prstGeom>
            <a:solidFill>
              <a:srgbClr val="F48120">
                <a:alpha val="90000"/>
              </a:srgbClr>
            </a:solidFill>
            <a:ln>
              <a:noFill/>
            </a:ln>
            <a:effectLst/>
          </p:spPr>
          <p:txBody>
            <a:bodyPr wrap="square" lIns="91440" tIns="45715" rIns="0" bIns="45715" rtlCol="0" anchor="ctr">
              <a:noAutofit/>
            </a:bodyPr>
            <a:lstStyle/>
            <a:p>
              <a:pPr defTabSz="623853" rtl="0" fontAlgn="base">
                <a:spcBef>
                  <a:spcPts val="600"/>
                </a:spcBef>
                <a:spcAft>
                  <a:spcPts val="600"/>
                </a:spcAft>
                <a:buClr>
                  <a:srgbClr val="000000"/>
                </a:buClr>
              </a:pPr>
              <a:r>
                <a:rPr lang="pt-BR" sz="2800" b="1" kern="1200" dirty="0">
                  <a:solidFill>
                    <a:srgbClr val="FFFFFF"/>
                  </a:solidFill>
                  <a:latin typeface="Arial" charset="0"/>
                  <a:cs typeface="Times New Roman" pitchFamily="18" charset="0"/>
                </a:rPr>
                <a:t>Método</a:t>
              </a:r>
            </a:p>
          </p:txBody>
        </p:sp>
        <p:sp>
          <p:nvSpPr>
            <p:cNvPr id="28" name="Chevron 17">
              <a:extLst>
                <a:ext uri="{FF2B5EF4-FFF2-40B4-BE49-F238E27FC236}">
                  <a16:creationId xmlns:a16="http://schemas.microsoft.com/office/drawing/2014/main" id="{A93C04D5-44C6-57CA-83EA-322B1834FB43}"/>
                </a:ext>
              </a:extLst>
            </p:cNvPr>
            <p:cNvSpPr/>
            <p:nvPr/>
          </p:nvSpPr>
          <p:spPr bwMode="auto">
            <a:xfrm>
              <a:off x="23417688" y="-335768"/>
              <a:ext cx="933577" cy="990509"/>
            </a:xfrm>
            <a:prstGeom prst="chevron">
              <a:avLst>
                <a:gd name="adj" fmla="val 31818"/>
              </a:avLst>
            </a:prstGeom>
            <a:solidFill>
              <a:srgbClr val="FFFFFF">
                <a:lumMod val="85000"/>
                <a:alpha val="90000"/>
              </a:srgbClr>
            </a:solidFill>
            <a:ln>
              <a:noFill/>
            </a:ln>
            <a:effectLst/>
          </p:spPr>
          <p:txBody>
            <a:bodyPr wrap="square" lIns="91440" tIns="45715" rIns="0" bIns="45715" rtlCol="0" anchor="ctr">
              <a:noAutofit/>
            </a:bodyPr>
            <a:lstStyle/>
            <a:p>
              <a:pPr marL="0" marR="0" lvl="0" indent="0" defTabSz="623853" rtl="0" eaLnBrk="1" fontAlgn="base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r>
                <a:rPr kumimoji="0" lang="pt-BR" sz="2800" b="1" i="0" u="none" strike="noStrike" kern="1200" cap="none" spc="0" normalizeH="0" baseline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cs typeface="Times New Roman" pitchFamily="18" charset="0"/>
                </a:rPr>
                <a:t>Gestão</a:t>
              </a:r>
            </a:p>
          </p:txBody>
        </p:sp>
        <p:sp>
          <p:nvSpPr>
            <p:cNvPr id="29" name="Chevron 167">
              <a:extLst>
                <a:ext uri="{FF2B5EF4-FFF2-40B4-BE49-F238E27FC236}">
                  <a16:creationId xmlns:a16="http://schemas.microsoft.com/office/drawing/2014/main" id="{7DD302C1-5206-C4F6-6DE5-31F322722032}"/>
                </a:ext>
              </a:extLst>
            </p:cNvPr>
            <p:cNvSpPr/>
            <p:nvPr/>
          </p:nvSpPr>
          <p:spPr bwMode="auto">
            <a:xfrm>
              <a:off x="20106079" y="-335768"/>
              <a:ext cx="816400" cy="990509"/>
            </a:xfrm>
            <a:prstGeom prst="homePlate">
              <a:avLst>
                <a:gd name="adj" fmla="val 32073"/>
              </a:avLst>
            </a:prstGeom>
            <a:solidFill>
              <a:srgbClr val="FFFFFF">
                <a:lumMod val="85000"/>
                <a:alpha val="90000"/>
              </a:srgbClr>
            </a:solidFill>
            <a:ln>
              <a:noFill/>
            </a:ln>
            <a:effectLst/>
          </p:spPr>
          <p:txBody>
            <a:bodyPr wrap="square" lIns="91440" tIns="45715" rIns="0" bIns="45715" rtlCol="0" anchor="ctr">
              <a:noAutofit/>
            </a:bodyPr>
            <a:lstStyle/>
            <a:p>
              <a:pPr defTabSz="623853" rtl="0" fontAlgn="base">
                <a:spcBef>
                  <a:spcPts val="600"/>
                </a:spcBef>
                <a:spcAft>
                  <a:spcPts val="600"/>
                </a:spcAft>
                <a:buClr>
                  <a:srgbClr val="000000"/>
                </a:buClr>
              </a:pPr>
              <a:r>
                <a:rPr lang="pt-BR" sz="2800" b="1" kern="1200">
                  <a:solidFill>
                    <a:srgbClr val="FFFFFF"/>
                  </a:solidFill>
                  <a:latin typeface="Arial" charset="0"/>
                  <a:cs typeface="Times New Roman" pitchFamily="18" charset="0"/>
                </a:rPr>
                <a:t>Motivações</a:t>
              </a:r>
            </a:p>
          </p:txBody>
        </p:sp>
      </p:grpSp>
      <p:sp>
        <p:nvSpPr>
          <p:cNvPr id="5" name="CaixaDeTexto 4">
            <a:extLst>
              <a:ext uri="{FF2B5EF4-FFF2-40B4-BE49-F238E27FC236}">
                <a16:creationId xmlns:a16="http://schemas.microsoft.com/office/drawing/2014/main" id="{A26831A6-4CCB-0213-040B-166FFA46C559}"/>
              </a:ext>
            </a:extLst>
          </p:cNvPr>
          <p:cNvSpPr txBox="1"/>
          <p:nvPr/>
        </p:nvSpPr>
        <p:spPr>
          <a:xfrm>
            <a:off x="21541099" y="12847344"/>
            <a:ext cx="2858945" cy="1159932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71437" tIns="71437" rIns="71437" bIns="71437" numCol="1" spcCol="38100" rtlCol="0" anchor="ctr">
            <a:spAutoFit/>
          </a:bodyPr>
          <a:lstStyle/>
          <a:p>
            <a:pPr marL="0" marR="0" indent="0" algn="ctr" defTabSz="5842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pt-BR" sz="6600" b="1" i="0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Aharoni" panose="02010803020104030203" pitchFamily="2" charset="-79"/>
                <a:cs typeface="Aharoni" panose="02010803020104030203" pitchFamily="2" charset="-79"/>
                <a:sym typeface="Helvetica Light"/>
              </a:rPr>
              <a:t>2/7</a:t>
            </a:r>
            <a:endParaRPr kumimoji="0" lang="pt-BR" sz="5400" b="1" i="0" u="none" strike="noStrike" cap="none" spc="0" normalizeH="0" baseline="0" dirty="0">
              <a:ln>
                <a:noFill/>
              </a:ln>
              <a:solidFill>
                <a:schemeClr val="bg1"/>
              </a:solidFill>
              <a:effectLst/>
              <a:uFillTx/>
              <a:latin typeface="Aharoni" panose="02010803020104030203" pitchFamily="2" charset="-79"/>
              <a:cs typeface="Aharoni" panose="02010803020104030203" pitchFamily="2" charset="-79"/>
              <a:sym typeface="Helvetica Light"/>
            </a:endParaRPr>
          </a:p>
        </p:txBody>
      </p:sp>
    </p:spTree>
    <p:extLst>
      <p:ext uri="{BB962C8B-B14F-4D97-AF65-F5344CB8AC3E}">
        <p14:creationId xmlns:p14="http://schemas.microsoft.com/office/powerpoint/2010/main" val="425827404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59E42BCF-C4F3-431D-B5C6-E14B3F26BBC0}"/>
              </a:ext>
            </a:extLst>
          </p:cNvPr>
          <p:cNvSpPr/>
          <p:nvPr/>
        </p:nvSpPr>
        <p:spPr>
          <a:xfrm>
            <a:off x="-24063" y="-274320"/>
            <a:ext cx="24534857" cy="14264640"/>
          </a:xfrm>
          <a:prstGeom prst="rect">
            <a:avLst/>
          </a:prstGeom>
          <a:solidFill>
            <a:srgbClr val="192D49"/>
          </a:solidFill>
          <a:ln w="12700" cap="flat">
            <a:noFill/>
            <a:miter lim="400000"/>
          </a:ln>
          <a:effectLst>
            <a:outerShdw blurRad="50800" dist="25400" dir="5400000" rotWithShape="0">
              <a:srgbClr val="000000">
                <a:alpha val="5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71437" tIns="71437" rIns="71437" bIns="71437" numCol="1" spcCol="38100" rtlCol="0" anchor="ctr">
            <a:spAutoFit/>
          </a:bodyPr>
          <a:lstStyle/>
          <a:p>
            <a:pPr marL="0" marR="0" indent="0" algn="ctr" defTabSz="5842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pt-BR" sz="3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+mn-ea"/>
              <a:cs typeface="+mn-cs"/>
              <a:sym typeface="Helvetica Light"/>
            </a:endParaRPr>
          </a:p>
        </p:txBody>
      </p:sp>
      <p:sp>
        <p:nvSpPr>
          <p:cNvPr id="3" name="Google Shape;67;p14">
            <a:extLst>
              <a:ext uri="{FF2B5EF4-FFF2-40B4-BE49-F238E27FC236}">
                <a16:creationId xmlns:a16="http://schemas.microsoft.com/office/drawing/2014/main" id="{284D1B1A-4CAA-6E18-30FD-6A32579818FB}"/>
              </a:ext>
            </a:extLst>
          </p:cNvPr>
          <p:cNvSpPr txBox="1"/>
          <p:nvPr/>
        </p:nvSpPr>
        <p:spPr>
          <a:xfrm>
            <a:off x="897856" y="512780"/>
            <a:ext cx="17955738" cy="1476788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182850" tIns="182850" rIns="182850" bIns="182850" anchor="t" anchorCtr="0">
            <a:noAutofit/>
          </a:bodyPr>
          <a:lstStyle/>
          <a:p>
            <a:pPr lvl="0" algn="l"/>
            <a:r>
              <a:rPr lang="pt-BR" sz="7200" dirty="0">
                <a:solidFill>
                  <a:srgbClr val="F48120"/>
                </a:solidFill>
                <a:latin typeface="Metropolis Black" panose="00000A00000000000000" pitchFamily="50" charset="0"/>
                <a:ea typeface="Exo"/>
                <a:cs typeface="Exo"/>
                <a:sym typeface="Exo"/>
              </a:rPr>
              <a:t>PASSO A PASSO</a:t>
            </a:r>
          </a:p>
        </p:txBody>
      </p:sp>
      <p:grpSp>
        <p:nvGrpSpPr>
          <p:cNvPr id="36" name="Agrupar 35">
            <a:extLst>
              <a:ext uri="{FF2B5EF4-FFF2-40B4-BE49-F238E27FC236}">
                <a16:creationId xmlns:a16="http://schemas.microsoft.com/office/drawing/2014/main" id="{9DE78A3F-BB19-7771-CBA3-AC8DD4F3FC01}"/>
              </a:ext>
            </a:extLst>
          </p:cNvPr>
          <p:cNvGrpSpPr/>
          <p:nvPr/>
        </p:nvGrpSpPr>
        <p:grpSpPr>
          <a:xfrm>
            <a:off x="1130970" y="3296653"/>
            <a:ext cx="21897470" cy="9264315"/>
            <a:chOff x="0" y="2006975"/>
            <a:chExt cx="23990968" cy="11516520"/>
          </a:xfrm>
        </p:grpSpPr>
        <p:sp>
          <p:nvSpPr>
            <p:cNvPr id="4" name="Retângulo 3">
              <a:extLst>
                <a:ext uri="{FF2B5EF4-FFF2-40B4-BE49-F238E27FC236}">
                  <a16:creationId xmlns:a16="http://schemas.microsoft.com/office/drawing/2014/main" id="{7C8CC1F9-9CC1-AA2E-B53D-E9E28DD2E680}"/>
                </a:ext>
              </a:extLst>
            </p:cNvPr>
            <p:cNvSpPr/>
            <p:nvPr/>
          </p:nvSpPr>
          <p:spPr>
            <a:xfrm>
              <a:off x="0" y="2006975"/>
              <a:ext cx="23990968" cy="10322073"/>
            </a:xfrm>
            <a:prstGeom prst="rect">
              <a:avLst/>
            </a:prstGeom>
            <a:gradFill flip="none" rotWithShape="1">
              <a:gsLst>
                <a:gs pos="0">
                  <a:srgbClr val="007BA2">
                    <a:alpha val="33000"/>
                  </a:srgbClr>
                </a:gs>
                <a:gs pos="100000">
                  <a:srgbClr val="476075">
                    <a:shade val="100000"/>
                    <a:satMod val="115000"/>
                  </a:srgbClr>
                </a:gs>
              </a:gsLst>
              <a:lin ang="108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4800"/>
            </a:p>
          </p:txBody>
        </p:sp>
        <p:grpSp>
          <p:nvGrpSpPr>
            <p:cNvPr id="5" name="Agrupar 4">
              <a:extLst>
                <a:ext uri="{FF2B5EF4-FFF2-40B4-BE49-F238E27FC236}">
                  <a16:creationId xmlns:a16="http://schemas.microsoft.com/office/drawing/2014/main" id="{C380CA55-D817-DBEC-08D3-8916A5A3DA89}"/>
                </a:ext>
              </a:extLst>
            </p:cNvPr>
            <p:cNvGrpSpPr/>
            <p:nvPr/>
          </p:nvGrpSpPr>
          <p:grpSpPr>
            <a:xfrm>
              <a:off x="393032" y="3226128"/>
              <a:ext cx="7232858" cy="10297367"/>
              <a:chOff x="5037467" y="1541152"/>
              <a:chExt cx="2091705" cy="3776169"/>
            </a:xfrm>
          </p:grpSpPr>
          <p:sp>
            <p:nvSpPr>
              <p:cNvPr id="6" name="Retângulo 5">
                <a:extLst>
                  <a:ext uri="{FF2B5EF4-FFF2-40B4-BE49-F238E27FC236}">
                    <a16:creationId xmlns:a16="http://schemas.microsoft.com/office/drawing/2014/main" id="{9477AF70-5C4D-3D40-B094-B926C2063104}"/>
                  </a:ext>
                </a:extLst>
              </p:cNvPr>
              <p:cNvSpPr/>
              <p:nvPr/>
            </p:nvSpPr>
            <p:spPr>
              <a:xfrm>
                <a:off x="5037467" y="1541152"/>
                <a:ext cx="2091705" cy="3776169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>
                <a:outerShdw blurRad="101600" dist="139700" dir="2700000" algn="tl" rotWithShape="0">
                  <a:prstClr val="black">
                    <a:alpha val="12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 sz="4800" dirty="0"/>
              </a:p>
            </p:txBody>
          </p:sp>
          <p:sp>
            <p:nvSpPr>
              <p:cNvPr id="8" name="Retângulo 7">
                <a:extLst>
                  <a:ext uri="{FF2B5EF4-FFF2-40B4-BE49-F238E27FC236}">
                    <a16:creationId xmlns:a16="http://schemas.microsoft.com/office/drawing/2014/main" id="{91215609-2D19-64A2-C0D0-7782976EC476}"/>
                  </a:ext>
                </a:extLst>
              </p:cNvPr>
              <p:cNvSpPr/>
              <p:nvPr/>
            </p:nvSpPr>
            <p:spPr>
              <a:xfrm>
                <a:off x="5037467" y="5212819"/>
                <a:ext cx="2091704" cy="104502"/>
              </a:xfrm>
              <a:prstGeom prst="rect">
                <a:avLst/>
              </a:prstGeom>
              <a:gradFill flip="none" rotWithShape="1">
                <a:gsLst>
                  <a:gs pos="0">
                    <a:srgbClr val="007BA2">
                      <a:alpha val="33000"/>
                    </a:srgbClr>
                  </a:gs>
                  <a:gs pos="100000">
                    <a:srgbClr val="476075">
                      <a:shade val="100000"/>
                      <a:satMod val="115000"/>
                    </a:srgbClr>
                  </a:gs>
                </a:gsLst>
                <a:lin ang="108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 sz="4800"/>
              </a:p>
            </p:txBody>
          </p:sp>
          <p:sp>
            <p:nvSpPr>
              <p:cNvPr id="9" name="Shape 184">
                <a:extLst>
                  <a:ext uri="{FF2B5EF4-FFF2-40B4-BE49-F238E27FC236}">
                    <a16:creationId xmlns:a16="http://schemas.microsoft.com/office/drawing/2014/main" id="{69DFBE4C-3CE7-7985-F7F0-4D4A1B8793ED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5142003" y="2366268"/>
                <a:ext cx="1882634" cy="215184"/>
              </a:xfrm>
              <a:prstGeom prst="rect">
                <a:avLst/>
              </a:prstGeom>
            </p:spPr>
            <p:txBody>
              <a:bodyPr spcFirstLastPara="1" vert="horz" wrap="square" lIns="91425" tIns="91425" rIns="91425" bIns="91425" rtlCol="0" anchor="ctr" anchorCtr="0">
                <a:noAutofit/>
              </a:bodyPr>
              <a:lstStyle>
                <a:lvl1pPr algn="ctr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60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spcBef>
                    <a:spcPts val="0"/>
                  </a:spcBef>
                </a:pPr>
                <a:r>
                  <a:rPr lang="pt-BR" sz="4400" b="1" dirty="0">
                    <a:solidFill>
                      <a:schemeClr val="bg1">
                        <a:lumMod val="50000"/>
                      </a:schemeClr>
                    </a:solidFill>
                    <a:latin typeface="Montserrat" panose="00000500000000000000" pitchFamily="2" charset="0"/>
                    <a:ea typeface="Lato" pitchFamily="2" charset="0"/>
                    <a:cs typeface="Lato" panose="00000500000000000000" pitchFamily="2" charset="-79"/>
                  </a:rPr>
                  <a:t>ENTENDIMENTO</a:t>
                </a:r>
              </a:p>
            </p:txBody>
          </p:sp>
          <p:sp>
            <p:nvSpPr>
              <p:cNvPr id="16" name="CaixaDeTexto 15">
                <a:extLst>
                  <a:ext uri="{FF2B5EF4-FFF2-40B4-BE49-F238E27FC236}">
                    <a16:creationId xmlns:a16="http://schemas.microsoft.com/office/drawing/2014/main" id="{EE2F127A-B318-17CC-3359-C55B28B383F3}"/>
                  </a:ext>
                </a:extLst>
              </p:cNvPr>
              <p:cNvSpPr txBox="1"/>
              <p:nvPr/>
            </p:nvSpPr>
            <p:spPr>
              <a:xfrm>
                <a:off x="5142003" y="2767326"/>
                <a:ext cx="1882634" cy="189877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>
                  <a:lnSpc>
                    <a:spcPct val="150000"/>
                  </a:lnSpc>
                </a:pPr>
                <a:r>
                  <a:rPr lang="pt-BR" sz="2800" b="1" dirty="0">
                    <a:solidFill>
                      <a:schemeClr val="bg1">
                        <a:lumMod val="50000"/>
                      </a:schemeClr>
                    </a:solidFill>
                    <a:latin typeface="Didact Gothic" panose="00000500000000000000" pitchFamily="2" charset="0"/>
                  </a:rPr>
                  <a:t>Definição dos objetivos</a:t>
                </a:r>
              </a:p>
              <a:p>
                <a:pPr algn="ctr">
                  <a:lnSpc>
                    <a:spcPct val="150000"/>
                  </a:lnSpc>
                </a:pPr>
                <a:r>
                  <a:rPr lang="pt-BR" sz="2800" b="1" dirty="0">
                    <a:solidFill>
                      <a:schemeClr val="bg1">
                        <a:lumMod val="50000"/>
                      </a:schemeClr>
                    </a:solidFill>
                    <a:latin typeface="Didact Gothic" panose="00000500000000000000" pitchFamily="2" charset="0"/>
                  </a:rPr>
                  <a:t>Abrangência da formação</a:t>
                </a:r>
              </a:p>
              <a:p>
                <a:pPr algn="ctr">
                  <a:lnSpc>
                    <a:spcPct val="150000"/>
                  </a:lnSpc>
                </a:pPr>
                <a:r>
                  <a:rPr lang="pt-BR" sz="2800" b="1" dirty="0">
                    <a:solidFill>
                      <a:schemeClr val="bg1">
                        <a:lumMod val="50000"/>
                      </a:schemeClr>
                    </a:solidFill>
                    <a:latin typeface="Didact Gothic" panose="00000500000000000000" pitchFamily="2" charset="0"/>
                  </a:rPr>
                  <a:t>Instrumentos disponíveis</a:t>
                </a:r>
              </a:p>
              <a:p>
                <a:pPr algn="ctr">
                  <a:lnSpc>
                    <a:spcPct val="150000"/>
                  </a:lnSpc>
                </a:pPr>
                <a:r>
                  <a:rPr lang="pt-BR" sz="2800" b="1" dirty="0">
                    <a:solidFill>
                      <a:schemeClr val="bg1">
                        <a:lumMod val="50000"/>
                      </a:schemeClr>
                    </a:solidFill>
                    <a:latin typeface="Didact Gothic" panose="00000500000000000000" pitchFamily="2" charset="0"/>
                  </a:rPr>
                  <a:t>Compreensão da cultura</a:t>
                </a:r>
              </a:p>
              <a:p>
                <a:pPr algn="ctr">
                  <a:lnSpc>
                    <a:spcPct val="150000"/>
                  </a:lnSpc>
                </a:pPr>
                <a:r>
                  <a:rPr lang="pt-BR" sz="2800" b="1" dirty="0">
                    <a:solidFill>
                      <a:schemeClr val="bg1">
                        <a:lumMod val="50000"/>
                      </a:schemeClr>
                    </a:solidFill>
                    <a:latin typeface="Didact Gothic" panose="00000500000000000000" pitchFamily="2" charset="0"/>
                  </a:rPr>
                  <a:t>Avaliação dos conhecimentos</a:t>
                </a:r>
              </a:p>
              <a:p>
                <a:pPr algn="ctr">
                  <a:lnSpc>
                    <a:spcPct val="150000"/>
                  </a:lnSpc>
                </a:pPr>
                <a:r>
                  <a:rPr lang="pt-BR" sz="2800" b="1" dirty="0">
                    <a:solidFill>
                      <a:schemeClr val="bg1">
                        <a:lumMod val="50000"/>
                      </a:schemeClr>
                    </a:solidFill>
                    <a:latin typeface="Didact Gothic" panose="00000500000000000000" pitchFamily="2" charset="0"/>
                  </a:rPr>
                  <a:t>Apresentação da estratégia</a:t>
                </a:r>
              </a:p>
              <a:p>
                <a:pPr algn="ctr">
                  <a:lnSpc>
                    <a:spcPct val="150000"/>
                  </a:lnSpc>
                </a:pPr>
                <a:r>
                  <a:rPr lang="pt-BR" sz="2800" b="1" dirty="0">
                    <a:solidFill>
                      <a:schemeClr val="bg1">
                        <a:lumMod val="50000"/>
                      </a:schemeClr>
                    </a:solidFill>
                    <a:latin typeface="Didact Gothic" panose="00000500000000000000" pitchFamily="2" charset="0"/>
                  </a:rPr>
                  <a:t> Plano de formação</a:t>
                </a:r>
              </a:p>
            </p:txBody>
          </p:sp>
        </p:grpSp>
        <p:grpSp>
          <p:nvGrpSpPr>
            <p:cNvPr id="18" name="Agrupar 17">
              <a:extLst>
                <a:ext uri="{FF2B5EF4-FFF2-40B4-BE49-F238E27FC236}">
                  <a16:creationId xmlns:a16="http://schemas.microsoft.com/office/drawing/2014/main" id="{39FDCC84-2DAB-9A98-D841-AC48B1B958F1}"/>
                </a:ext>
              </a:extLst>
            </p:cNvPr>
            <p:cNvGrpSpPr/>
            <p:nvPr/>
          </p:nvGrpSpPr>
          <p:grpSpPr>
            <a:xfrm>
              <a:off x="8471254" y="3226128"/>
              <a:ext cx="7232858" cy="10297367"/>
              <a:chOff x="5037467" y="1541152"/>
              <a:chExt cx="2091705" cy="3776169"/>
            </a:xfrm>
          </p:grpSpPr>
          <p:sp>
            <p:nvSpPr>
              <p:cNvPr id="20" name="Retângulo 19">
                <a:extLst>
                  <a:ext uri="{FF2B5EF4-FFF2-40B4-BE49-F238E27FC236}">
                    <a16:creationId xmlns:a16="http://schemas.microsoft.com/office/drawing/2014/main" id="{7B4A3857-D635-78A4-B573-634CD5D649D7}"/>
                  </a:ext>
                </a:extLst>
              </p:cNvPr>
              <p:cNvSpPr/>
              <p:nvPr/>
            </p:nvSpPr>
            <p:spPr>
              <a:xfrm>
                <a:off x="5037467" y="1541152"/>
                <a:ext cx="2091705" cy="3776169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>
                <a:outerShdw blurRad="101600" dist="139700" dir="2700000" algn="tl" rotWithShape="0">
                  <a:prstClr val="black">
                    <a:alpha val="12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 sz="4800" dirty="0"/>
              </a:p>
            </p:txBody>
          </p:sp>
          <p:sp>
            <p:nvSpPr>
              <p:cNvPr id="22" name="Retângulo 21">
                <a:extLst>
                  <a:ext uri="{FF2B5EF4-FFF2-40B4-BE49-F238E27FC236}">
                    <a16:creationId xmlns:a16="http://schemas.microsoft.com/office/drawing/2014/main" id="{C9267D7D-6A6B-1D28-E0D6-59194D05ED14}"/>
                  </a:ext>
                </a:extLst>
              </p:cNvPr>
              <p:cNvSpPr/>
              <p:nvPr/>
            </p:nvSpPr>
            <p:spPr>
              <a:xfrm>
                <a:off x="5037467" y="5212819"/>
                <a:ext cx="2091704" cy="104502"/>
              </a:xfrm>
              <a:prstGeom prst="rect">
                <a:avLst/>
              </a:prstGeom>
              <a:gradFill flip="none" rotWithShape="1">
                <a:gsLst>
                  <a:gs pos="0">
                    <a:srgbClr val="007BA2">
                      <a:alpha val="33000"/>
                    </a:srgbClr>
                  </a:gs>
                  <a:gs pos="100000">
                    <a:srgbClr val="476075">
                      <a:shade val="100000"/>
                      <a:satMod val="115000"/>
                    </a:srgbClr>
                  </a:gs>
                </a:gsLst>
                <a:lin ang="108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 sz="4800"/>
              </a:p>
            </p:txBody>
          </p:sp>
          <p:sp>
            <p:nvSpPr>
              <p:cNvPr id="24" name="Shape 184">
                <a:extLst>
                  <a:ext uri="{FF2B5EF4-FFF2-40B4-BE49-F238E27FC236}">
                    <a16:creationId xmlns:a16="http://schemas.microsoft.com/office/drawing/2014/main" id="{3E3D299B-0D6F-DFA5-0E83-A168047ECF62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5142003" y="2375098"/>
                <a:ext cx="1882634" cy="215184"/>
              </a:xfrm>
              <a:prstGeom prst="rect">
                <a:avLst/>
              </a:prstGeom>
            </p:spPr>
            <p:txBody>
              <a:bodyPr spcFirstLastPara="1" vert="horz" wrap="square" lIns="91425" tIns="91425" rIns="91425" bIns="91425" rtlCol="0" anchor="ctr" anchorCtr="0">
                <a:noAutofit/>
              </a:bodyPr>
              <a:lstStyle>
                <a:lvl1pPr algn="ctr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60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spcBef>
                    <a:spcPts val="0"/>
                  </a:spcBef>
                </a:pPr>
                <a:r>
                  <a:rPr lang="pt-BR" sz="4400" b="1" dirty="0">
                    <a:solidFill>
                      <a:schemeClr val="bg1">
                        <a:lumMod val="50000"/>
                      </a:schemeClr>
                    </a:solidFill>
                    <a:latin typeface="Montserrat" panose="00000500000000000000" pitchFamily="2" charset="0"/>
                    <a:ea typeface="Lato" pitchFamily="2" charset="0"/>
                    <a:cs typeface="Lato" panose="00000500000000000000" pitchFamily="2" charset="-79"/>
                  </a:rPr>
                  <a:t>EXECUÇÃO</a:t>
                </a:r>
              </a:p>
            </p:txBody>
          </p:sp>
        </p:grpSp>
        <p:grpSp>
          <p:nvGrpSpPr>
            <p:cNvPr id="27" name="Agrupar 26">
              <a:extLst>
                <a:ext uri="{FF2B5EF4-FFF2-40B4-BE49-F238E27FC236}">
                  <a16:creationId xmlns:a16="http://schemas.microsoft.com/office/drawing/2014/main" id="{0170D840-D501-A8A8-1AA2-06C8CBB80BF1}"/>
                </a:ext>
              </a:extLst>
            </p:cNvPr>
            <p:cNvGrpSpPr/>
            <p:nvPr/>
          </p:nvGrpSpPr>
          <p:grpSpPr>
            <a:xfrm>
              <a:off x="16549480" y="3226128"/>
              <a:ext cx="7232858" cy="10297367"/>
              <a:chOff x="5037467" y="1541152"/>
              <a:chExt cx="2091705" cy="3776169"/>
            </a:xfrm>
          </p:grpSpPr>
          <p:sp>
            <p:nvSpPr>
              <p:cNvPr id="28" name="Retângulo 27">
                <a:extLst>
                  <a:ext uri="{FF2B5EF4-FFF2-40B4-BE49-F238E27FC236}">
                    <a16:creationId xmlns:a16="http://schemas.microsoft.com/office/drawing/2014/main" id="{F809BB6E-A417-A5CD-0CA1-6CF00057565A}"/>
                  </a:ext>
                </a:extLst>
              </p:cNvPr>
              <p:cNvSpPr/>
              <p:nvPr/>
            </p:nvSpPr>
            <p:spPr>
              <a:xfrm>
                <a:off x="5037467" y="1541152"/>
                <a:ext cx="2091705" cy="3776169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>
                <a:outerShdw blurRad="101600" dist="139700" dir="2700000" algn="tl" rotWithShape="0">
                  <a:prstClr val="black">
                    <a:alpha val="12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 sz="4800" dirty="0"/>
              </a:p>
            </p:txBody>
          </p:sp>
          <p:sp>
            <p:nvSpPr>
              <p:cNvPr id="29" name="Retângulo 28">
                <a:extLst>
                  <a:ext uri="{FF2B5EF4-FFF2-40B4-BE49-F238E27FC236}">
                    <a16:creationId xmlns:a16="http://schemas.microsoft.com/office/drawing/2014/main" id="{3A26B745-1797-1C07-6175-EF5DEF1E06A1}"/>
                  </a:ext>
                </a:extLst>
              </p:cNvPr>
              <p:cNvSpPr/>
              <p:nvPr/>
            </p:nvSpPr>
            <p:spPr>
              <a:xfrm>
                <a:off x="5037467" y="5212819"/>
                <a:ext cx="2091704" cy="104502"/>
              </a:xfrm>
              <a:prstGeom prst="rect">
                <a:avLst/>
              </a:prstGeom>
              <a:gradFill flip="none" rotWithShape="1">
                <a:gsLst>
                  <a:gs pos="0">
                    <a:srgbClr val="007BA2">
                      <a:alpha val="33000"/>
                    </a:srgbClr>
                  </a:gs>
                  <a:gs pos="100000">
                    <a:srgbClr val="476075">
                      <a:shade val="100000"/>
                      <a:satMod val="115000"/>
                    </a:srgbClr>
                  </a:gs>
                </a:gsLst>
                <a:lin ang="108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 sz="4800"/>
              </a:p>
            </p:txBody>
          </p:sp>
          <p:sp>
            <p:nvSpPr>
              <p:cNvPr id="30" name="Shape 184">
                <a:extLst>
                  <a:ext uri="{FF2B5EF4-FFF2-40B4-BE49-F238E27FC236}">
                    <a16:creationId xmlns:a16="http://schemas.microsoft.com/office/drawing/2014/main" id="{B77C3864-9159-8AF0-0864-5C4EDBCDFBE9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5142003" y="2375098"/>
                <a:ext cx="1882634" cy="215184"/>
              </a:xfrm>
              <a:prstGeom prst="rect">
                <a:avLst/>
              </a:prstGeom>
            </p:spPr>
            <p:txBody>
              <a:bodyPr spcFirstLastPara="1" vert="horz" wrap="square" lIns="91425" tIns="91425" rIns="91425" bIns="91425" rtlCol="0" anchor="ctr" anchorCtr="0">
                <a:noAutofit/>
              </a:bodyPr>
              <a:lstStyle>
                <a:lvl1pPr algn="ctr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60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spcBef>
                    <a:spcPts val="0"/>
                  </a:spcBef>
                </a:pPr>
                <a:r>
                  <a:rPr lang="pt-BR" sz="4400" b="1" dirty="0">
                    <a:solidFill>
                      <a:schemeClr val="bg1">
                        <a:lumMod val="50000"/>
                      </a:schemeClr>
                    </a:solidFill>
                    <a:latin typeface="Montserrat" panose="00000500000000000000" pitchFamily="2" charset="0"/>
                    <a:ea typeface="Lato" pitchFamily="2" charset="0"/>
                    <a:cs typeface="Lato" panose="00000500000000000000" pitchFamily="2" charset="-79"/>
                  </a:rPr>
                  <a:t>MANUTENÇÃO</a:t>
                </a:r>
              </a:p>
            </p:txBody>
          </p:sp>
        </p:grpSp>
        <p:sp>
          <p:nvSpPr>
            <p:cNvPr id="31" name="Shape 184">
              <a:extLst>
                <a:ext uri="{FF2B5EF4-FFF2-40B4-BE49-F238E27FC236}">
                  <a16:creationId xmlns:a16="http://schemas.microsoft.com/office/drawing/2014/main" id="{1D63B454-5408-80BE-CF71-6617AF60ADA8}"/>
                </a:ext>
              </a:extLst>
            </p:cNvPr>
            <p:cNvSpPr txBox="1">
              <a:spLocks/>
            </p:cNvSpPr>
            <p:nvPr/>
          </p:nvSpPr>
          <p:spPr>
            <a:xfrm>
              <a:off x="1435879" y="3535391"/>
              <a:ext cx="5147159" cy="2337264"/>
            </a:xfrm>
            <a:prstGeom prst="rect">
              <a:avLst/>
            </a:prstGeom>
          </p:spPr>
          <p:txBody>
            <a:bodyPr spcFirstLastPara="1" vert="horz" wrap="square" lIns="91425" tIns="91425" rIns="91425" bIns="91425" rtlCol="0" anchor="ctr" anchorCtr="0">
              <a:noAutofit/>
            </a:bodyPr>
            <a:lstStyle>
              <a:lvl1pPr algn="ctr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60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>
                <a:spcBef>
                  <a:spcPts val="0"/>
                </a:spcBef>
              </a:pPr>
              <a:r>
                <a:rPr lang="pt-BR" sz="6600" b="1" dirty="0">
                  <a:solidFill>
                    <a:srgbClr val="476075"/>
                  </a:solidFill>
                  <a:latin typeface="Montserrat" panose="00000500000000000000" pitchFamily="2" charset="0"/>
                  <a:ea typeface="Lato" pitchFamily="2" charset="0"/>
                  <a:cs typeface="Lato" panose="00000500000000000000" pitchFamily="2" charset="-79"/>
                </a:rPr>
                <a:t>1</a:t>
              </a:r>
            </a:p>
          </p:txBody>
        </p:sp>
        <p:sp>
          <p:nvSpPr>
            <p:cNvPr id="32" name="Shape 184">
              <a:extLst>
                <a:ext uri="{FF2B5EF4-FFF2-40B4-BE49-F238E27FC236}">
                  <a16:creationId xmlns:a16="http://schemas.microsoft.com/office/drawing/2014/main" id="{AAD4B297-4E79-4EA9-7C91-22ACA11A0BC9}"/>
                </a:ext>
              </a:extLst>
            </p:cNvPr>
            <p:cNvSpPr txBox="1">
              <a:spLocks/>
            </p:cNvSpPr>
            <p:nvPr/>
          </p:nvSpPr>
          <p:spPr>
            <a:xfrm>
              <a:off x="9514102" y="3535391"/>
              <a:ext cx="5147159" cy="2337264"/>
            </a:xfrm>
            <a:prstGeom prst="rect">
              <a:avLst/>
            </a:prstGeom>
          </p:spPr>
          <p:txBody>
            <a:bodyPr spcFirstLastPara="1" vert="horz" wrap="square" lIns="91425" tIns="91425" rIns="91425" bIns="91425" rtlCol="0" anchor="ctr" anchorCtr="0">
              <a:noAutofit/>
            </a:bodyPr>
            <a:lstStyle>
              <a:lvl1pPr algn="ctr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60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>
                <a:spcBef>
                  <a:spcPts val="0"/>
                </a:spcBef>
              </a:pPr>
              <a:r>
                <a:rPr lang="pt-BR" sz="6600" b="1" dirty="0">
                  <a:solidFill>
                    <a:srgbClr val="476075"/>
                  </a:solidFill>
                  <a:latin typeface="Montserrat" panose="00000500000000000000" pitchFamily="2" charset="0"/>
                  <a:ea typeface="Lato" pitchFamily="2" charset="0"/>
                  <a:cs typeface="Lato" panose="00000500000000000000" pitchFamily="2" charset="-79"/>
                </a:rPr>
                <a:t>2</a:t>
              </a:r>
            </a:p>
          </p:txBody>
        </p:sp>
        <p:sp>
          <p:nvSpPr>
            <p:cNvPr id="33" name="Shape 184">
              <a:extLst>
                <a:ext uri="{FF2B5EF4-FFF2-40B4-BE49-F238E27FC236}">
                  <a16:creationId xmlns:a16="http://schemas.microsoft.com/office/drawing/2014/main" id="{936E66DF-9AA2-FFFB-4988-A3F20C789C64}"/>
                </a:ext>
              </a:extLst>
            </p:cNvPr>
            <p:cNvSpPr txBox="1">
              <a:spLocks/>
            </p:cNvSpPr>
            <p:nvPr/>
          </p:nvSpPr>
          <p:spPr>
            <a:xfrm>
              <a:off x="17431768" y="3535391"/>
              <a:ext cx="5147159" cy="2337264"/>
            </a:xfrm>
            <a:prstGeom prst="rect">
              <a:avLst/>
            </a:prstGeom>
          </p:spPr>
          <p:txBody>
            <a:bodyPr spcFirstLastPara="1" vert="horz" wrap="square" lIns="91425" tIns="91425" rIns="91425" bIns="91425" rtlCol="0" anchor="ctr" anchorCtr="0">
              <a:noAutofit/>
            </a:bodyPr>
            <a:lstStyle>
              <a:lvl1pPr algn="ctr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60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>
                <a:spcBef>
                  <a:spcPts val="0"/>
                </a:spcBef>
              </a:pPr>
              <a:r>
                <a:rPr lang="pt-BR" sz="6600" b="1" dirty="0">
                  <a:solidFill>
                    <a:srgbClr val="476075"/>
                  </a:solidFill>
                  <a:latin typeface="Montserrat" panose="00000500000000000000" pitchFamily="2" charset="0"/>
                  <a:ea typeface="Lato" pitchFamily="2" charset="0"/>
                  <a:cs typeface="Lato" panose="00000500000000000000" pitchFamily="2" charset="-79"/>
                </a:rPr>
                <a:t>3</a:t>
              </a:r>
            </a:p>
          </p:txBody>
        </p:sp>
        <p:sp>
          <p:nvSpPr>
            <p:cNvPr id="34" name="CaixaDeTexto 33">
              <a:extLst>
                <a:ext uri="{FF2B5EF4-FFF2-40B4-BE49-F238E27FC236}">
                  <a16:creationId xmlns:a16="http://schemas.microsoft.com/office/drawing/2014/main" id="{9F6F1D60-3770-E3C7-03D3-C3751DB26763}"/>
                </a:ext>
              </a:extLst>
            </p:cNvPr>
            <p:cNvSpPr txBox="1"/>
            <p:nvPr/>
          </p:nvSpPr>
          <p:spPr>
            <a:xfrm>
              <a:off x="8471254" y="6577847"/>
              <a:ext cx="7232855" cy="62746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pt-BR" sz="2800" b="1" dirty="0">
                  <a:solidFill>
                    <a:schemeClr val="bg1">
                      <a:lumMod val="50000"/>
                    </a:schemeClr>
                  </a:solidFill>
                  <a:latin typeface="Didact Gothic" panose="00000500000000000000" pitchFamily="2" charset="0"/>
                </a:rPr>
                <a:t>Contextualização</a:t>
              </a:r>
            </a:p>
            <a:p>
              <a:pPr algn="ctr">
                <a:lnSpc>
                  <a:spcPct val="150000"/>
                </a:lnSpc>
              </a:pPr>
              <a:r>
                <a:rPr lang="pt-BR" sz="2800" b="1" dirty="0">
                  <a:solidFill>
                    <a:schemeClr val="bg1">
                      <a:lumMod val="50000"/>
                    </a:schemeClr>
                  </a:solidFill>
                  <a:latin typeface="Didact Gothic" panose="00000500000000000000" pitchFamily="2" charset="0"/>
                </a:rPr>
                <a:t>LGPD: 1,2 e 3</a:t>
              </a:r>
            </a:p>
            <a:p>
              <a:pPr algn="ctr">
                <a:lnSpc>
                  <a:spcPct val="150000"/>
                </a:lnSpc>
              </a:pPr>
              <a:r>
                <a:rPr lang="pt-BR" sz="2800" b="1" dirty="0">
                  <a:solidFill>
                    <a:schemeClr val="bg1">
                      <a:lumMod val="50000"/>
                    </a:schemeClr>
                  </a:solidFill>
                  <a:latin typeface="Didact Gothic" panose="00000500000000000000" pitchFamily="2" charset="0"/>
                </a:rPr>
                <a:t>Segurança de Informação LGPD: 1,2 e 3</a:t>
              </a:r>
            </a:p>
            <a:p>
              <a:pPr algn="ctr">
                <a:lnSpc>
                  <a:spcPct val="150000"/>
                </a:lnSpc>
              </a:pPr>
              <a:r>
                <a:rPr lang="pt-BR" sz="2800" b="1" dirty="0">
                  <a:solidFill>
                    <a:schemeClr val="bg1">
                      <a:lumMod val="50000"/>
                    </a:schemeClr>
                  </a:solidFill>
                  <a:latin typeface="Didact Gothic" panose="00000500000000000000" pitchFamily="2" charset="0"/>
                </a:rPr>
                <a:t>Engenharia Social</a:t>
              </a:r>
            </a:p>
            <a:p>
              <a:pPr algn="ctr">
                <a:lnSpc>
                  <a:spcPct val="150000"/>
                </a:lnSpc>
              </a:pPr>
              <a:r>
                <a:rPr lang="pt-BR" sz="2800" b="1" dirty="0">
                  <a:solidFill>
                    <a:schemeClr val="bg1">
                      <a:lumMod val="50000"/>
                    </a:schemeClr>
                  </a:solidFill>
                  <a:latin typeface="Didact Gothic" panose="00000500000000000000" pitchFamily="2" charset="0"/>
                </a:rPr>
                <a:t>Boas práticas</a:t>
              </a:r>
            </a:p>
            <a:p>
              <a:pPr algn="ctr">
                <a:lnSpc>
                  <a:spcPct val="150000"/>
                </a:lnSpc>
              </a:pPr>
              <a:r>
                <a:rPr lang="pt-BR" sz="2800" b="1" dirty="0">
                  <a:solidFill>
                    <a:schemeClr val="bg1">
                      <a:lumMod val="50000"/>
                    </a:schemeClr>
                  </a:solidFill>
                  <a:latin typeface="Didact Gothic" panose="00000500000000000000" pitchFamily="2" charset="0"/>
                </a:rPr>
                <a:t>Avaliação de desempenho</a:t>
              </a:r>
            </a:p>
            <a:p>
              <a:pPr algn="ctr">
                <a:lnSpc>
                  <a:spcPct val="150000"/>
                </a:lnSpc>
              </a:pPr>
              <a:r>
                <a:rPr lang="pt-BR" sz="2800" b="1" dirty="0">
                  <a:solidFill>
                    <a:schemeClr val="bg1">
                      <a:lumMod val="50000"/>
                    </a:schemeClr>
                  </a:solidFill>
                  <a:latin typeface="Didact Gothic" panose="00000500000000000000" pitchFamily="2" charset="0"/>
                </a:rPr>
                <a:t>Versionamento</a:t>
              </a:r>
              <a:endParaRPr lang="pt-BR" sz="2800" dirty="0">
                <a:solidFill>
                  <a:schemeClr val="bg1">
                    <a:lumMod val="50000"/>
                  </a:schemeClr>
                </a:solidFill>
                <a:latin typeface="Didact Gothic" panose="00000500000000000000" pitchFamily="2" charset="0"/>
              </a:endParaRPr>
            </a:p>
            <a:p>
              <a:pPr algn="ctr"/>
              <a:endParaRPr lang="pt-BR" sz="2800" dirty="0">
                <a:solidFill>
                  <a:schemeClr val="bg1">
                    <a:lumMod val="50000"/>
                  </a:schemeClr>
                </a:solidFill>
                <a:latin typeface="Didact Gothic" panose="00000500000000000000" pitchFamily="2" charset="0"/>
              </a:endParaRPr>
            </a:p>
          </p:txBody>
        </p:sp>
        <p:sp>
          <p:nvSpPr>
            <p:cNvPr id="35" name="CaixaDeTexto 34">
              <a:extLst>
                <a:ext uri="{FF2B5EF4-FFF2-40B4-BE49-F238E27FC236}">
                  <a16:creationId xmlns:a16="http://schemas.microsoft.com/office/drawing/2014/main" id="{752F4666-32C3-A521-91F8-082B9EADDF9B}"/>
                </a:ext>
              </a:extLst>
            </p:cNvPr>
            <p:cNvSpPr txBox="1"/>
            <p:nvPr/>
          </p:nvSpPr>
          <p:spPr>
            <a:xfrm>
              <a:off x="16549473" y="6585869"/>
              <a:ext cx="7232858" cy="43233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spcAft>
                  <a:spcPts val="2400"/>
                </a:spcAft>
              </a:pPr>
              <a:r>
                <a:rPr lang="pt-BR" sz="2800" b="1" dirty="0">
                  <a:solidFill>
                    <a:schemeClr val="bg1">
                      <a:lumMod val="50000"/>
                    </a:schemeClr>
                  </a:solidFill>
                  <a:latin typeface="Didact Gothic" panose="00000500000000000000" pitchFamily="2" charset="0"/>
                </a:rPr>
                <a:t>Pílulas de conhecimento</a:t>
              </a:r>
            </a:p>
            <a:p>
              <a:pPr algn="ctr">
                <a:spcAft>
                  <a:spcPts val="2400"/>
                </a:spcAft>
              </a:pPr>
              <a:r>
                <a:rPr lang="pt-BR" sz="2800" b="1" dirty="0">
                  <a:solidFill>
                    <a:schemeClr val="bg1">
                      <a:lumMod val="50000"/>
                    </a:schemeClr>
                  </a:solidFill>
                  <a:latin typeface="Didact Gothic" panose="00000500000000000000" pitchFamily="2" charset="0"/>
                </a:rPr>
                <a:t>Avaliação de desempenho</a:t>
              </a:r>
            </a:p>
            <a:p>
              <a:pPr algn="ctr">
                <a:spcAft>
                  <a:spcPts val="2400"/>
                </a:spcAft>
              </a:pPr>
              <a:r>
                <a:rPr lang="pt-BR" sz="2800" b="1" dirty="0">
                  <a:solidFill>
                    <a:schemeClr val="bg1">
                      <a:lumMod val="50000"/>
                    </a:schemeClr>
                  </a:solidFill>
                  <a:latin typeface="Didact Gothic" panose="00000500000000000000" pitchFamily="2" charset="0"/>
                </a:rPr>
                <a:t>Gamificação e reconhecimentos</a:t>
              </a:r>
            </a:p>
            <a:p>
              <a:pPr algn="ctr">
                <a:spcAft>
                  <a:spcPts val="2400"/>
                </a:spcAft>
              </a:pPr>
              <a:r>
                <a:rPr lang="pt-BR" sz="2800" b="1" dirty="0">
                  <a:solidFill>
                    <a:schemeClr val="bg1">
                      <a:lumMod val="50000"/>
                    </a:schemeClr>
                  </a:solidFill>
                  <a:latin typeface="Didact Gothic" panose="00000500000000000000" pitchFamily="2" charset="0"/>
                </a:rPr>
                <a:t>Auditorias</a:t>
              </a:r>
              <a:endParaRPr lang="pt-BR" sz="2800" dirty="0">
                <a:solidFill>
                  <a:schemeClr val="bg1">
                    <a:lumMod val="50000"/>
                  </a:schemeClr>
                </a:solidFill>
                <a:latin typeface="Didact Gothic" panose="00000500000000000000" pitchFamily="2" charset="0"/>
              </a:endParaRPr>
            </a:p>
            <a:p>
              <a:pPr algn="ctr">
                <a:spcAft>
                  <a:spcPts val="1200"/>
                </a:spcAft>
              </a:pPr>
              <a:endParaRPr lang="pt-BR" sz="2800" dirty="0">
                <a:solidFill>
                  <a:schemeClr val="bg1">
                    <a:lumMod val="50000"/>
                  </a:schemeClr>
                </a:solidFill>
                <a:latin typeface="Didact Gothic" panose="00000500000000000000" pitchFamily="2" charset="0"/>
              </a:endParaRPr>
            </a:p>
          </p:txBody>
        </p:sp>
      </p:grpSp>
      <p:sp>
        <p:nvSpPr>
          <p:cNvPr id="39" name="Google Shape;67;p14">
            <a:extLst>
              <a:ext uri="{FF2B5EF4-FFF2-40B4-BE49-F238E27FC236}">
                <a16:creationId xmlns:a16="http://schemas.microsoft.com/office/drawing/2014/main" id="{99B42587-48F8-9475-2C99-5D9FDC3C43B1}"/>
              </a:ext>
            </a:extLst>
          </p:cNvPr>
          <p:cNvSpPr txBox="1"/>
          <p:nvPr/>
        </p:nvSpPr>
        <p:spPr>
          <a:xfrm>
            <a:off x="897856" y="1436120"/>
            <a:ext cx="22980818" cy="2293674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182850" tIns="182850" rIns="182850" bIns="182850" anchor="t" anchorCtr="0">
            <a:noAutofit/>
          </a:bodyPr>
          <a:lstStyle/>
          <a:p>
            <a:pPr lvl="0" algn="l">
              <a:spcBef>
                <a:spcPts val="1800"/>
              </a:spcBef>
            </a:pPr>
            <a:r>
              <a:rPr lang="pt-BR" sz="3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É importante entender os mecanismos de comunicação que a empresa possui para adaptar a linguagem e métodos de ensino conforme a cultura da organização. Realizamos este entendimento e execução através das três principais etapas:</a:t>
            </a:r>
          </a:p>
        </p:txBody>
      </p:sp>
      <p:grpSp>
        <p:nvGrpSpPr>
          <p:cNvPr id="15" name="Agrupar 14">
            <a:extLst>
              <a:ext uri="{FF2B5EF4-FFF2-40B4-BE49-F238E27FC236}">
                <a16:creationId xmlns:a16="http://schemas.microsoft.com/office/drawing/2014/main" id="{D060A7AE-5E73-3FD1-A4BD-4E0869AFEEC0}"/>
              </a:ext>
            </a:extLst>
          </p:cNvPr>
          <p:cNvGrpSpPr/>
          <p:nvPr/>
        </p:nvGrpSpPr>
        <p:grpSpPr>
          <a:xfrm>
            <a:off x="10916537" y="25177"/>
            <a:ext cx="13434657" cy="1033600"/>
            <a:chOff x="20106079" y="-335768"/>
            <a:chExt cx="4245186" cy="990509"/>
          </a:xfrm>
        </p:grpSpPr>
        <p:sp>
          <p:nvSpPr>
            <p:cNvPr id="17" name="Chevron 10">
              <a:extLst>
                <a:ext uri="{FF2B5EF4-FFF2-40B4-BE49-F238E27FC236}">
                  <a16:creationId xmlns:a16="http://schemas.microsoft.com/office/drawing/2014/main" id="{CDF47E42-A0A2-C50A-CC35-2DF507200B1A}"/>
                </a:ext>
              </a:extLst>
            </p:cNvPr>
            <p:cNvSpPr/>
            <p:nvPr/>
          </p:nvSpPr>
          <p:spPr bwMode="auto">
            <a:xfrm>
              <a:off x="20844236" y="-335768"/>
              <a:ext cx="933577" cy="990509"/>
            </a:xfrm>
            <a:prstGeom prst="chevron">
              <a:avLst>
                <a:gd name="adj" fmla="val 31818"/>
              </a:avLst>
            </a:prstGeom>
            <a:solidFill>
              <a:srgbClr val="FFFFFF">
                <a:lumMod val="85000"/>
                <a:alpha val="90000"/>
              </a:srgbClr>
            </a:solidFill>
            <a:ln>
              <a:noFill/>
            </a:ln>
            <a:effectLst/>
          </p:spPr>
          <p:txBody>
            <a:bodyPr wrap="square" lIns="91440" tIns="45715" rIns="0" bIns="45715" rtlCol="0" anchor="ctr">
              <a:noAutofit/>
            </a:bodyPr>
            <a:lstStyle/>
            <a:p>
              <a:pPr defTabSz="623853" rtl="0" fontAlgn="base">
                <a:spcBef>
                  <a:spcPts val="600"/>
                </a:spcBef>
                <a:spcAft>
                  <a:spcPts val="600"/>
                </a:spcAft>
                <a:buClr>
                  <a:srgbClr val="000000"/>
                </a:buClr>
              </a:pPr>
              <a:r>
                <a:rPr lang="pt-BR" sz="2800" b="1" kern="1200">
                  <a:solidFill>
                    <a:srgbClr val="FFFFFF"/>
                  </a:solidFill>
                  <a:latin typeface="Arial" charset="0"/>
                  <a:cs typeface="Times New Roman" pitchFamily="18" charset="0"/>
                </a:rPr>
                <a:t>Desafios</a:t>
              </a:r>
            </a:p>
          </p:txBody>
        </p:sp>
        <p:sp>
          <p:nvSpPr>
            <p:cNvPr id="19" name="Chevron 12">
              <a:extLst>
                <a:ext uri="{FF2B5EF4-FFF2-40B4-BE49-F238E27FC236}">
                  <a16:creationId xmlns:a16="http://schemas.microsoft.com/office/drawing/2014/main" id="{C3A64671-7E3C-8780-D32C-E6E9DA607ACA}"/>
                </a:ext>
              </a:extLst>
            </p:cNvPr>
            <p:cNvSpPr/>
            <p:nvPr/>
          </p:nvSpPr>
          <p:spPr bwMode="auto">
            <a:xfrm>
              <a:off x="21699520" y="-335768"/>
              <a:ext cx="933577" cy="990509"/>
            </a:xfrm>
            <a:prstGeom prst="chevron">
              <a:avLst>
                <a:gd name="adj" fmla="val 31818"/>
              </a:avLst>
            </a:prstGeom>
            <a:solidFill>
              <a:srgbClr val="FFFFFF">
                <a:lumMod val="85000"/>
                <a:alpha val="90000"/>
              </a:srgbClr>
            </a:solidFill>
            <a:ln>
              <a:noFill/>
            </a:ln>
            <a:effectLst/>
          </p:spPr>
          <p:txBody>
            <a:bodyPr wrap="square" lIns="91440" tIns="45715" rIns="0" bIns="45715" rtlCol="0" anchor="ctr">
              <a:noAutofit/>
            </a:bodyPr>
            <a:lstStyle/>
            <a:p>
              <a:pPr defTabSz="623853" rtl="0" fontAlgn="base">
                <a:spcBef>
                  <a:spcPts val="600"/>
                </a:spcBef>
                <a:spcAft>
                  <a:spcPts val="600"/>
                </a:spcAft>
                <a:buClr>
                  <a:srgbClr val="000000"/>
                </a:buClr>
              </a:pPr>
              <a:r>
                <a:rPr lang="pt-BR" sz="2800" b="1" kern="1200" dirty="0">
                  <a:solidFill>
                    <a:srgbClr val="FFFFFF"/>
                  </a:solidFill>
                  <a:latin typeface="Arial" charset="0"/>
                  <a:cs typeface="Times New Roman" pitchFamily="18" charset="0"/>
                </a:rPr>
                <a:t>Abrangência</a:t>
              </a:r>
            </a:p>
          </p:txBody>
        </p:sp>
        <p:sp>
          <p:nvSpPr>
            <p:cNvPr id="21" name="Chevron 14">
              <a:extLst>
                <a:ext uri="{FF2B5EF4-FFF2-40B4-BE49-F238E27FC236}">
                  <a16:creationId xmlns:a16="http://schemas.microsoft.com/office/drawing/2014/main" id="{F84CE90F-4AF3-9461-AA73-F6673AC031BF}"/>
                </a:ext>
              </a:extLst>
            </p:cNvPr>
            <p:cNvSpPr/>
            <p:nvPr/>
          </p:nvSpPr>
          <p:spPr bwMode="auto">
            <a:xfrm>
              <a:off x="22562405" y="-335768"/>
              <a:ext cx="933577" cy="990509"/>
            </a:xfrm>
            <a:prstGeom prst="chevron">
              <a:avLst>
                <a:gd name="adj" fmla="val 31818"/>
              </a:avLst>
            </a:prstGeom>
            <a:solidFill>
              <a:srgbClr val="F48120">
                <a:alpha val="90000"/>
              </a:srgbClr>
            </a:solidFill>
            <a:ln>
              <a:noFill/>
            </a:ln>
            <a:effectLst/>
          </p:spPr>
          <p:txBody>
            <a:bodyPr wrap="square" lIns="91440" tIns="45715" rIns="0" bIns="45715" rtlCol="0" anchor="ctr">
              <a:noAutofit/>
            </a:bodyPr>
            <a:lstStyle/>
            <a:p>
              <a:pPr defTabSz="623853" rtl="0" fontAlgn="base">
                <a:spcBef>
                  <a:spcPts val="600"/>
                </a:spcBef>
                <a:spcAft>
                  <a:spcPts val="600"/>
                </a:spcAft>
                <a:buClr>
                  <a:srgbClr val="000000"/>
                </a:buClr>
              </a:pPr>
              <a:r>
                <a:rPr lang="pt-BR" sz="2800" b="1" kern="1200" dirty="0">
                  <a:solidFill>
                    <a:srgbClr val="FFFFFF"/>
                  </a:solidFill>
                  <a:latin typeface="Arial" charset="0"/>
                  <a:cs typeface="Times New Roman" pitchFamily="18" charset="0"/>
                </a:rPr>
                <a:t>Método</a:t>
              </a:r>
            </a:p>
          </p:txBody>
        </p:sp>
        <p:sp>
          <p:nvSpPr>
            <p:cNvPr id="23" name="Chevron 17">
              <a:extLst>
                <a:ext uri="{FF2B5EF4-FFF2-40B4-BE49-F238E27FC236}">
                  <a16:creationId xmlns:a16="http://schemas.microsoft.com/office/drawing/2014/main" id="{77CB98F9-D7E9-7DC9-5FEA-830C235B3D08}"/>
                </a:ext>
              </a:extLst>
            </p:cNvPr>
            <p:cNvSpPr/>
            <p:nvPr/>
          </p:nvSpPr>
          <p:spPr bwMode="auto">
            <a:xfrm>
              <a:off x="23417688" y="-335768"/>
              <a:ext cx="933577" cy="990509"/>
            </a:xfrm>
            <a:prstGeom prst="chevron">
              <a:avLst>
                <a:gd name="adj" fmla="val 31818"/>
              </a:avLst>
            </a:prstGeom>
            <a:solidFill>
              <a:srgbClr val="FFFFFF">
                <a:lumMod val="85000"/>
                <a:alpha val="90000"/>
              </a:srgbClr>
            </a:solidFill>
            <a:ln>
              <a:noFill/>
            </a:ln>
            <a:effectLst/>
          </p:spPr>
          <p:txBody>
            <a:bodyPr wrap="square" lIns="91440" tIns="45715" rIns="0" bIns="45715" rtlCol="0" anchor="ctr">
              <a:noAutofit/>
            </a:bodyPr>
            <a:lstStyle/>
            <a:p>
              <a:pPr marL="0" marR="0" lvl="0" indent="0" defTabSz="623853" rtl="0" eaLnBrk="1" fontAlgn="base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r>
                <a:rPr kumimoji="0" lang="pt-BR" sz="2800" b="1" i="0" u="none" strike="noStrike" kern="1200" cap="none" spc="0" normalizeH="0" baseline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cs typeface="Times New Roman" pitchFamily="18" charset="0"/>
                </a:rPr>
                <a:t>Gestão</a:t>
              </a:r>
            </a:p>
          </p:txBody>
        </p:sp>
        <p:sp>
          <p:nvSpPr>
            <p:cNvPr id="25" name="Chevron 167">
              <a:extLst>
                <a:ext uri="{FF2B5EF4-FFF2-40B4-BE49-F238E27FC236}">
                  <a16:creationId xmlns:a16="http://schemas.microsoft.com/office/drawing/2014/main" id="{C428D5AB-33F9-8FAE-569F-AB5F2BA99E6C}"/>
                </a:ext>
              </a:extLst>
            </p:cNvPr>
            <p:cNvSpPr/>
            <p:nvPr/>
          </p:nvSpPr>
          <p:spPr bwMode="auto">
            <a:xfrm>
              <a:off x="20106079" y="-335768"/>
              <a:ext cx="816400" cy="990509"/>
            </a:xfrm>
            <a:prstGeom prst="homePlate">
              <a:avLst>
                <a:gd name="adj" fmla="val 32073"/>
              </a:avLst>
            </a:prstGeom>
            <a:solidFill>
              <a:srgbClr val="FFFFFF">
                <a:lumMod val="85000"/>
                <a:alpha val="90000"/>
              </a:srgbClr>
            </a:solidFill>
            <a:ln>
              <a:noFill/>
            </a:ln>
            <a:effectLst/>
          </p:spPr>
          <p:txBody>
            <a:bodyPr wrap="square" lIns="91440" tIns="45715" rIns="0" bIns="45715" rtlCol="0" anchor="ctr">
              <a:noAutofit/>
            </a:bodyPr>
            <a:lstStyle/>
            <a:p>
              <a:pPr defTabSz="623853" rtl="0" fontAlgn="base">
                <a:spcBef>
                  <a:spcPts val="600"/>
                </a:spcBef>
                <a:spcAft>
                  <a:spcPts val="600"/>
                </a:spcAft>
                <a:buClr>
                  <a:srgbClr val="000000"/>
                </a:buClr>
              </a:pPr>
              <a:r>
                <a:rPr lang="pt-BR" sz="2800" b="1" kern="1200">
                  <a:solidFill>
                    <a:srgbClr val="FFFFFF"/>
                  </a:solidFill>
                  <a:latin typeface="Arial" charset="0"/>
                  <a:cs typeface="Times New Roman" pitchFamily="18" charset="0"/>
                </a:rPr>
                <a:t>Motivações</a:t>
              </a:r>
            </a:p>
          </p:txBody>
        </p:sp>
      </p:grpSp>
      <p:sp>
        <p:nvSpPr>
          <p:cNvPr id="7" name="CaixaDeTexto 6">
            <a:extLst>
              <a:ext uri="{FF2B5EF4-FFF2-40B4-BE49-F238E27FC236}">
                <a16:creationId xmlns:a16="http://schemas.microsoft.com/office/drawing/2014/main" id="{43C0D368-6FB4-EF5E-32D3-9AEFF20FA290}"/>
              </a:ext>
            </a:extLst>
          </p:cNvPr>
          <p:cNvSpPr txBox="1"/>
          <p:nvPr/>
        </p:nvSpPr>
        <p:spPr>
          <a:xfrm>
            <a:off x="21541099" y="12847344"/>
            <a:ext cx="2858945" cy="1159932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71437" tIns="71437" rIns="71437" bIns="71437" numCol="1" spcCol="38100" rtlCol="0" anchor="ctr">
            <a:spAutoFit/>
          </a:bodyPr>
          <a:lstStyle/>
          <a:p>
            <a:pPr marL="0" marR="0" indent="0" algn="ctr" defTabSz="5842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pt-BR" sz="6600" b="1" i="0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Aharoni" panose="02010803020104030203" pitchFamily="2" charset="-79"/>
                <a:cs typeface="Aharoni" panose="02010803020104030203" pitchFamily="2" charset="-79"/>
                <a:sym typeface="Helvetica Light"/>
              </a:rPr>
              <a:t>3/7</a:t>
            </a:r>
            <a:endParaRPr kumimoji="0" lang="pt-BR" sz="5400" b="1" i="0" u="none" strike="noStrike" cap="none" spc="0" normalizeH="0" baseline="0" dirty="0">
              <a:ln>
                <a:noFill/>
              </a:ln>
              <a:solidFill>
                <a:schemeClr val="bg1"/>
              </a:solidFill>
              <a:effectLst/>
              <a:uFillTx/>
              <a:latin typeface="Aharoni" panose="02010803020104030203" pitchFamily="2" charset="-79"/>
              <a:cs typeface="Aharoni" panose="02010803020104030203" pitchFamily="2" charset="-79"/>
              <a:sym typeface="Helvetica Light"/>
            </a:endParaRPr>
          </a:p>
        </p:txBody>
      </p:sp>
    </p:spTree>
    <p:extLst>
      <p:ext uri="{BB962C8B-B14F-4D97-AF65-F5344CB8AC3E}">
        <p14:creationId xmlns:p14="http://schemas.microsoft.com/office/powerpoint/2010/main" val="39685897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59E42BCF-C4F3-431D-B5C6-E14B3F26BBC0}"/>
              </a:ext>
            </a:extLst>
          </p:cNvPr>
          <p:cNvSpPr/>
          <p:nvPr/>
        </p:nvSpPr>
        <p:spPr>
          <a:xfrm>
            <a:off x="-24063" y="-274320"/>
            <a:ext cx="24534857" cy="14264640"/>
          </a:xfrm>
          <a:prstGeom prst="rect">
            <a:avLst/>
          </a:prstGeom>
          <a:solidFill>
            <a:srgbClr val="192D49"/>
          </a:solidFill>
          <a:ln w="12700" cap="flat">
            <a:noFill/>
            <a:miter lim="400000"/>
          </a:ln>
          <a:effectLst>
            <a:outerShdw blurRad="50800" dist="25400" dir="5400000" rotWithShape="0">
              <a:srgbClr val="000000">
                <a:alpha val="5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71437" tIns="71437" rIns="71437" bIns="71437" numCol="1" spcCol="38100" rtlCol="0" anchor="ctr">
            <a:spAutoFit/>
          </a:bodyPr>
          <a:lstStyle/>
          <a:p>
            <a:pPr marL="0" marR="0" indent="0" algn="ctr" defTabSz="5842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pt-BR" sz="3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+mn-ea"/>
              <a:cs typeface="+mn-cs"/>
              <a:sym typeface="Helvetica Light"/>
            </a:endParaRPr>
          </a:p>
        </p:txBody>
      </p:sp>
      <p:sp>
        <p:nvSpPr>
          <p:cNvPr id="3" name="Google Shape;67;p14">
            <a:extLst>
              <a:ext uri="{FF2B5EF4-FFF2-40B4-BE49-F238E27FC236}">
                <a16:creationId xmlns:a16="http://schemas.microsoft.com/office/drawing/2014/main" id="{284D1B1A-4CAA-6E18-30FD-6A32579818FB}"/>
              </a:ext>
            </a:extLst>
          </p:cNvPr>
          <p:cNvSpPr txBox="1"/>
          <p:nvPr/>
        </p:nvSpPr>
        <p:spPr>
          <a:xfrm>
            <a:off x="897856" y="512780"/>
            <a:ext cx="17955738" cy="1476788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182850" tIns="182850" rIns="182850" bIns="182850" anchor="t" anchorCtr="0">
            <a:noAutofit/>
          </a:bodyPr>
          <a:lstStyle/>
          <a:p>
            <a:pPr lvl="0" algn="l"/>
            <a:r>
              <a:rPr lang="pt-BR" sz="7200" dirty="0">
                <a:solidFill>
                  <a:srgbClr val="F48120"/>
                </a:solidFill>
                <a:latin typeface="Metropolis Black" panose="00000A00000000000000" pitchFamily="50" charset="0"/>
                <a:ea typeface="Exo"/>
                <a:cs typeface="Exo"/>
                <a:sym typeface="Exo"/>
              </a:rPr>
              <a:t>TRILHAS DE FORMAÇÃO</a:t>
            </a:r>
          </a:p>
        </p:txBody>
      </p:sp>
      <p:grpSp>
        <p:nvGrpSpPr>
          <p:cNvPr id="7" name="Agrupar 6">
            <a:extLst>
              <a:ext uri="{FF2B5EF4-FFF2-40B4-BE49-F238E27FC236}">
                <a16:creationId xmlns:a16="http://schemas.microsoft.com/office/drawing/2014/main" id="{E2BC2F54-79FF-8DB1-7735-1CDF7F7EC2F2}"/>
              </a:ext>
            </a:extLst>
          </p:cNvPr>
          <p:cNvGrpSpPr/>
          <p:nvPr/>
        </p:nvGrpSpPr>
        <p:grpSpPr>
          <a:xfrm>
            <a:off x="938465" y="3777915"/>
            <a:ext cx="22258421" cy="9600666"/>
            <a:chOff x="2359412" y="3775356"/>
            <a:chExt cx="19486925" cy="8275616"/>
          </a:xfrm>
        </p:grpSpPr>
        <p:sp>
          <p:nvSpPr>
            <p:cNvPr id="10" name="Rectangle 24">
              <a:hlinkClick r:id="" action="ppaction://noaction"/>
              <a:extLst>
                <a:ext uri="{FF2B5EF4-FFF2-40B4-BE49-F238E27FC236}">
                  <a16:creationId xmlns:a16="http://schemas.microsoft.com/office/drawing/2014/main" id="{B693F529-6A59-DCFC-EA34-CE7FC7111473}"/>
                </a:ext>
              </a:extLst>
            </p:cNvPr>
            <p:cNvSpPr/>
            <p:nvPr/>
          </p:nvSpPr>
          <p:spPr>
            <a:xfrm>
              <a:off x="2633732" y="3775356"/>
              <a:ext cx="6179751" cy="67644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4800" i="0" u="none" strike="noStrike" kern="1200" cap="none" spc="0" normalizeH="0" baseline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Lato Light" panose="020F0502020204030203" pitchFamily="34" charset="0"/>
                <a:ea typeface="+mn-ea"/>
                <a:cs typeface="+mn-cs"/>
              </a:endParaRPr>
            </a:p>
          </p:txBody>
        </p:sp>
        <p:sp>
          <p:nvSpPr>
            <p:cNvPr id="11" name="Rectangle 27">
              <a:extLst>
                <a:ext uri="{FF2B5EF4-FFF2-40B4-BE49-F238E27FC236}">
                  <a16:creationId xmlns:a16="http://schemas.microsoft.com/office/drawing/2014/main" id="{8AB6B132-A069-9F63-C387-122D8ACEEDC2}"/>
                </a:ext>
              </a:extLst>
            </p:cNvPr>
            <p:cNvSpPr/>
            <p:nvPr/>
          </p:nvSpPr>
          <p:spPr>
            <a:xfrm>
              <a:off x="2359412" y="3775356"/>
              <a:ext cx="487875" cy="676444"/>
            </a:xfrm>
            <a:prstGeom prst="rect">
              <a:avLst/>
            </a:prstGeom>
            <a:solidFill>
              <a:srgbClr val="F4812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4800" i="0" u="none" strike="noStrike" kern="1200" cap="none" spc="0" normalizeH="0" baseline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Lato Light" panose="020F0502020204030203" pitchFamily="34" charset="0"/>
                <a:ea typeface="+mn-ea"/>
                <a:cs typeface="+mn-cs"/>
              </a:endParaRPr>
            </a:p>
          </p:txBody>
        </p:sp>
        <p:sp>
          <p:nvSpPr>
            <p:cNvPr id="12" name="Subtitle 2">
              <a:extLst>
                <a:ext uri="{FF2B5EF4-FFF2-40B4-BE49-F238E27FC236}">
                  <a16:creationId xmlns:a16="http://schemas.microsoft.com/office/drawing/2014/main" id="{8CA861D8-A75D-F758-EE9D-56578DE27D06}"/>
                </a:ext>
              </a:extLst>
            </p:cNvPr>
            <p:cNvSpPr txBox="1">
              <a:spLocks/>
            </p:cNvSpPr>
            <p:nvPr/>
          </p:nvSpPr>
          <p:spPr>
            <a:xfrm>
              <a:off x="2820445" y="3885325"/>
              <a:ext cx="5513108" cy="456508"/>
            </a:xfrm>
            <a:prstGeom prst="rect">
              <a:avLst/>
            </a:prstGeom>
          </p:spPr>
          <p:txBody>
            <a:bodyPr vert="horz" wrap="square" lIns="91440" tIns="45720" rIns="91440" bIns="45720" rtlCol="0" anchor="ctr">
              <a:spAutoFit/>
            </a:bodyPr>
            <a:lstStyle>
              <a:lvl1pPr marL="0" indent="0" algn="ctr" defTabSz="1087636" rtl="0" eaLnBrk="1" latinLnBrk="0" hangingPunct="1">
                <a:lnSpc>
                  <a:spcPct val="120000"/>
                </a:lnSpc>
                <a:spcBef>
                  <a:spcPct val="20000"/>
                </a:spcBef>
                <a:buFont typeface="Arial"/>
                <a:buNone/>
                <a:defRPr sz="2400" kern="1200">
                  <a:solidFill>
                    <a:schemeClr val="tx2"/>
                  </a:solidFill>
                  <a:latin typeface="Open Sans Light"/>
                  <a:ea typeface="+mn-ea"/>
                  <a:cs typeface="Open Sans Light"/>
                </a:defRPr>
              </a:lvl1pPr>
              <a:lvl2pPr marL="1087636" indent="0" algn="ctr" defTabSz="1087636" rtl="0" eaLnBrk="1" latinLnBrk="0" hangingPunct="1">
                <a:lnSpc>
                  <a:spcPct val="130000"/>
                </a:lnSpc>
                <a:spcBef>
                  <a:spcPct val="20000"/>
                </a:spcBef>
                <a:buFont typeface="Arial"/>
                <a:buNone/>
                <a:defRPr sz="3200" kern="1200">
                  <a:solidFill>
                    <a:schemeClr val="tx1">
                      <a:tint val="75000"/>
                    </a:schemeClr>
                  </a:solidFill>
                  <a:latin typeface="Open Sans"/>
                  <a:ea typeface="+mn-ea"/>
                  <a:cs typeface="Open Sans"/>
                </a:defRPr>
              </a:lvl2pPr>
              <a:lvl3pPr marL="2175271" indent="0" algn="ctr" defTabSz="1087636" rtl="0" eaLnBrk="1" latinLnBrk="0" hangingPunct="1">
                <a:lnSpc>
                  <a:spcPct val="130000"/>
                </a:lnSpc>
                <a:spcBef>
                  <a:spcPct val="20000"/>
                </a:spcBef>
                <a:buFont typeface="Arial"/>
                <a:buNone/>
                <a:defRPr sz="3200" kern="1200">
                  <a:solidFill>
                    <a:schemeClr val="tx1">
                      <a:tint val="75000"/>
                    </a:schemeClr>
                  </a:solidFill>
                  <a:latin typeface="Open Sans"/>
                  <a:ea typeface="+mn-ea"/>
                  <a:cs typeface="Open Sans"/>
                </a:defRPr>
              </a:lvl3pPr>
              <a:lvl4pPr marL="3262912" indent="0" algn="ctr" defTabSz="1087636" rtl="0" eaLnBrk="1" latinLnBrk="0" hangingPunct="1">
                <a:lnSpc>
                  <a:spcPct val="130000"/>
                </a:lnSpc>
                <a:spcBef>
                  <a:spcPct val="20000"/>
                </a:spcBef>
                <a:buFont typeface="Arial"/>
                <a:buNone/>
                <a:defRPr sz="3200" kern="1200">
                  <a:solidFill>
                    <a:schemeClr val="tx1">
                      <a:tint val="75000"/>
                    </a:schemeClr>
                  </a:solidFill>
                  <a:latin typeface="Open Sans"/>
                  <a:ea typeface="+mn-ea"/>
                  <a:cs typeface="Open Sans"/>
                </a:defRPr>
              </a:lvl4pPr>
              <a:lvl5pPr marL="4350546" indent="0" algn="ctr" defTabSz="1087636" rtl="0" eaLnBrk="1" latinLnBrk="0" hangingPunct="1">
                <a:lnSpc>
                  <a:spcPct val="130000"/>
                </a:lnSpc>
                <a:spcBef>
                  <a:spcPct val="20000"/>
                </a:spcBef>
                <a:buFont typeface="Arial"/>
                <a:buNone/>
                <a:defRPr sz="3200" kern="1200">
                  <a:solidFill>
                    <a:schemeClr val="tx1">
                      <a:tint val="75000"/>
                    </a:schemeClr>
                  </a:solidFill>
                  <a:latin typeface="Open Sans"/>
                  <a:ea typeface="+mn-ea"/>
                  <a:cs typeface="Open Sans"/>
                </a:defRPr>
              </a:lvl5pPr>
              <a:lvl6pPr marL="5438184" indent="0" algn="ctr" defTabSz="1087636" rtl="0" eaLnBrk="1" latinLnBrk="0" hangingPunct="1">
                <a:spcBef>
                  <a:spcPct val="20000"/>
                </a:spcBef>
                <a:buFont typeface="Arial"/>
                <a:buNone/>
                <a:defRPr sz="48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6pPr>
              <a:lvl7pPr marL="6525820" indent="0" algn="ctr" defTabSz="1087636" rtl="0" eaLnBrk="1" latinLnBrk="0" hangingPunct="1">
                <a:spcBef>
                  <a:spcPct val="20000"/>
                </a:spcBef>
                <a:buFont typeface="Arial"/>
                <a:buNone/>
                <a:defRPr sz="48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7pPr>
              <a:lvl8pPr marL="7613455" indent="0" algn="ctr" defTabSz="1087636" rtl="0" eaLnBrk="1" latinLnBrk="0" hangingPunct="1">
                <a:spcBef>
                  <a:spcPct val="20000"/>
                </a:spcBef>
                <a:buFont typeface="Arial"/>
                <a:buNone/>
                <a:defRPr sz="48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8pPr>
              <a:lvl9pPr marL="8701091" indent="0" algn="ctr" defTabSz="1087636" rtl="0" eaLnBrk="1" latinLnBrk="0" hangingPunct="1">
                <a:spcBef>
                  <a:spcPct val="20000"/>
                </a:spcBef>
                <a:buFont typeface="Arial"/>
                <a:buNone/>
                <a:defRPr sz="48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087636" rtl="0" eaLnBrk="1" fontAlgn="auto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lrTx/>
                <a:buSzTx/>
                <a:buFont typeface="Arial"/>
                <a:buNone/>
                <a:tabLst/>
                <a:defRPr/>
              </a:pPr>
              <a:r>
                <a:rPr kumimoji="0" lang="pt-BR" sz="3200" i="0" u="none" strike="noStrike" kern="1200" cap="none" spc="0" normalizeH="0" baseline="0" dirty="0">
                  <a:ln>
                    <a:noFill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Contextualização</a:t>
              </a:r>
            </a:p>
          </p:txBody>
        </p:sp>
        <p:sp>
          <p:nvSpPr>
            <p:cNvPr id="13" name="Rectangle 25">
              <a:extLst>
                <a:ext uri="{FF2B5EF4-FFF2-40B4-BE49-F238E27FC236}">
                  <a16:creationId xmlns:a16="http://schemas.microsoft.com/office/drawing/2014/main" id="{06F41B71-5682-4DB4-C313-E76B68F80C57}"/>
                </a:ext>
              </a:extLst>
            </p:cNvPr>
            <p:cNvSpPr/>
            <p:nvPr/>
          </p:nvSpPr>
          <p:spPr>
            <a:xfrm>
              <a:off x="9087803" y="4916409"/>
              <a:ext cx="6179751" cy="67644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4800" i="0" u="none" strike="noStrike" kern="1200" cap="none" spc="0" normalizeH="0" baseline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Lato Light" panose="020F0502020204030203" pitchFamily="34" charset="0"/>
                <a:ea typeface="+mn-ea"/>
                <a:cs typeface="+mn-cs"/>
              </a:endParaRPr>
            </a:p>
          </p:txBody>
        </p:sp>
        <p:sp>
          <p:nvSpPr>
            <p:cNvPr id="14" name="Subtitle 2">
              <a:hlinkClick r:id="" action="ppaction://noaction"/>
              <a:extLst>
                <a:ext uri="{FF2B5EF4-FFF2-40B4-BE49-F238E27FC236}">
                  <a16:creationId xmlns:a16="http://schemas.microsoft.com/office/drawing/2014/main" id="{69D3E840-69C8-6ACE-FCC5-3AF93E15980E}"/>
                </a:ext>
              </a:extLst>
            </p:cNvPr>
            <p:cNvSpPr txBox="1">
              <a:spLocks/>
            </p:cNvSpPr>
            <p:nvPr/>
          </p:nvSpPr>
          <p:spPr>
            <a:xfrm>
              <a:off x="9274516" y="5026079"/>
              <a:ext cx="5513108" cy="456508"/>
            </a:xfrm>
            <a:prstGeom prst="rect">
              <a:avLst/>
            </a:prstGeom>
          </p:spPr>
          <p:txBody>
            <a:bodyPr vert="horz" wrap="square" lIns="91440" tIns="45720" rIns="91440" bIns="45720" rtlCol="0" anchor="ctr">
              <a:spAutoFit/>
            </a:bodyPr>
            <a:lstStyle>
              <a:lvl1pPr marL="0" indent="0" algn="ctr" defTabSz="1087636" rtl="0" eaLnBrk="1" latinLnBrk="0" hangingPunct="1">
                <a:lnSpc>
                  <a:spcPct val="120000"/>
                </a:lnSpc>
                <a:spcBef>
                  <a:spcPct val="20000"/>
                </a:spcBef>
                <a:buFont typeface="Arial"/>
                <a:buNone/>
                <a:defRPr sz="2400" kern="1200">
                  <a:solidFill>
                    <a:schemeClr val="tx2"/>
                  </a:solidFill>
                  <a:latin typeface="Open Sans Light"/>
                  <a:ea typeface="+mn-ea"/>
                  <a:cs typeface="Open Sans Light"/>
                </a:defRPr>
              </a:lvl1pPr>
              <a:lvl2pPr marL="1087636" indent="0" algn="ctr" defTabSz="1087636" rtl="0" eaLnBrk="1" latinLnBrk="0" hangingPunct="1">
                <a:lnSpc>
                  <a:spcPct val="130000"/>
                </a:lnSpc>
                <a:spcBef>
                  <a:spcPct val="20000"/>
                </a:spcBef>
                <a:buFont typeface="Arial"/>
                <a:buNone/>
                <a:defRPr sz="3200" kern="1200">
                  <a:solidFill>
                    <a:schemeClr val="tx1">
                      <a:tint val="75000"/>
                    </a:schemeClr>
                  </a:solidFill>
                  <a:latin typeface="Open Sans"/>
                  <a:ea typeface="+mn-ea"/>
                  <a:cs typeface="Open Sans"/>
                </a:defRPr>
              </a:lvl2pPr>
              <a:lvl3pPr marL="2175271" indent="0" algn="ctr" defTabSz="1087636" rtl="0" eaLnBrk="1" latinLnBrk="0" hangingPunct="1">
                <a:lnSpc>
                  <a:spcPct val="130000"/>
                </a:lnSpc>
                <a:spcBef>
                  <a:spcPct val="20000"/>
                </a:spcBef>
                <a:buFont typeface="Arial"/>
                <a:buNone/>
                <a:defRPr sz="3200" kern="1200">
                  <a:solidFill>
                    <a:schemeClr val="tx1">
                      <a:tint val="75000"/>
                    </a:schemeClr>
                  </a:solidFill>
                  <a:latin typeface="Open Sans"/>
                  <a:ea typeface="+mn-ea"/>
                  <a:cs typeface="Open Sans"/>
                </a:defRPr>
              </a:lvl3pPr>
              <a:lvl4pPr marL="3262912" indent="0" algn="ctr" defTabSz="1087636" rtl="0" eaLnBrk="1" latinLnBrk="0" hangingPunct="1">
                <a:lnSpc>
                  <a:spcPct val="130000"/>
                </a:lnSpc>
                <a:spcBef>
                  <a:spcPct val="20000"/>
                </a:spcBef>
                <a:buFont typeface="Arial"/>
                <a:buNone/>
                <a:defRPr sz="3200" kern="1200">
                  <a:solidFill>
                    <a:schemeClr val="tx1">
                      <a:tint val="75000"/>
                    </a:schemeClr>
                  </a:solidFill>
                  <a:latin typeface="Open Sans"/>
                  <a:ea typeface="+mn-ea"/>
                  <a:cs typeface="Open Sans"/>
                </a:defRPr>
              </a:lvl4pPr>
              <a:lvl5pPr marL="4350546" indent="0" algn="ctr" defTabSz="1087636" rtl="0" eaLnBrk="1" latinLnBrk="0" hangingPunct="1">
                <a:lnSpc>
                  <a:spcPct val="130000"/>
                </a:lnSpc>
                <a:spcBef>
                  <a:spcPct val="20000"/>
                </a:spcBef>
                <a:buFont typeface="Arial"/>
                <a:buNone/>
                <a:defRPr sz="3200" kern="1200">
                  <a:solidFill>
                    <a:schemeClr val="tx1">
                      <a:tint val="75000"/>
                    </a:schemeClr>
                  </a:solidFill>
                  <a:latin typeface="Open Sans"/>
                  <a:ea typeface="+mn-ea"/>
                  <a:cs typeface="Open Sans"/>
                </a:defRPr>
              </a:lvl5pPr>
              <a:lvl6pPr marL="5438184" indent="0" algn="ctr" defTabSz="1087636" rtl="0" eaLnBrk="1" latinLnBrk="0" hangingPunct="1">
                <a:spcBef>
                  <a:spcPct val="20000"/>
                </a:spcBef>
                <a:buFont typeface="Arial"/>
                <a:buNone/>
                <a:defRPr sz="48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6pPr>
              <a:lvl7pPr marL="6525820" indent="0" algn="ctr" defTabSz="1087636" rtl="0" eaLnBrk="1" latinLnBrk="0" hangingPunct="1">
                <a:spcBef>
                  <a:spcPct val="20000"/>
                </a:spcBef>
                <a:buFont typeface="Arial"/>
                <a:buNone/>
                <a:defRPr sz="48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7pPr>
              <a:lvl8pPr marL="7613455" indent="0" algn="ctr" defTabSz="1087636" rtl="0" eaLnBrk="1" latinLnBrk="0" hangingPunct="1">
                <a:spcBef>
                  <a:spcPct val="20000"/>
                </a:spcBef>
                <a:buFont typeface="Arial"/>
                <a:buNone/>
                <a:defRPr sz="48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8pPr>
              <a:lvl9pPr marL="8701091" indent="0" algn="ctr" defTabSz="1087636" rtl="0" eaLnBrk="1" latinLnBrk="0" hangingPunct="1">
                <a:spcBef>
                  <a:spcPct val="20000"/>
                </a:spcBef>
                <a:buFont typeface="Arial"/>
                <a:buNone/>
                <a:defRPr sz="48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087636" rtl="0" eaLnBrk="1" fontAlgn="auto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lrTx/>
                <a:buSzTx/>
                <a:buFont typeface="Arial"/>
                <a:buNone/>
                <a:tabLst/>
                <a:defRPr/>
              </a:pPr>
              <a:r>
                <a:rPr kumimoji="0" lang="pt-BR" sz="3200" i="0" u="none" strike="noStrike" kern="1200" cap="none" spc="0" normalizeH="0" baseline="0" dirty="0">
                  <a:ln>
                    <a:noFill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LGPD: 1º. módulo</a:t>
              </a:r>
            </a:p>
          </p:txBody>
        </p:sp>
        <p:sp>
          <p:nvSpPr>
            <p:cNvPr id="15" name="Rectangle 25">
              <a:hlinkClick r:id="" action="ppaction://noaction"/>
              <a:extLst>
                <a:ext uri="{FF2B5EF4-FFF2-40B4-BE49-F238E27FC236}">
                  <a16:creationId xmlns:a16="http://schemas.microsoft.com/office/drawing/2014/main" id="{51DBA5F3-5528-D2AC-3D37-1071E5B1AB88}"/>
                </a:ext>
              </a:extLst>
            </p:cNvPr>
            <p:cNvSpPr/>
            <p:nvPr/>
          </p:nvSpPr>
          <p:spPr>
            <a:xfrm>
              <a:off x="9087803" y="5800636"/>
              <a:ext cx="6179751" cy="67644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4800" i="0" u="none" strike="noStrike" kern="1200" cap="none" spc="0" normalizeH="0" baseline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Lato Light" panose="020F0502020204030203" pitchFamily="34" charset="0"/>
                <a:ea typeface="+mn-ea"/>
                <a:cs typeface="+mn-cs"/>
              </a:endParaRPr>
            </a:p>
          </p:txBody>
        </p:sp>
        <p:sp>
          <p:nvSpPr>
            <p:cNvPr id="17" name="Rectangle 28">
              <a:extLst>
                <a:ext uri="{FF2B5EF4-FFF2-40B4-BE49-F238E27FC236}">
                  <a16:creationId xmlns:a16="http://schemas.microsoft.com/office/drawing/2014/main" id="{1B0341C1-0B0D-5F84-2C4A-5AA001F9FB5E}"/>
                </a:ext>
              </a:extLst>
            </p:cNvPr>
            <p:cNvSpPr/>
            <p:nvPr/>
          </p:nvSpPr>
          <p:spPr>
            <a:xfrm>
              <a:off x="8813483" y="5800636"/>
              <a:ext cx="487875" cy="676444"/>
            </a:xfrm>
            <a:prstGeom prst="rect">
              <a:avLst/>
            </a:prstGeom>
            <a:solidFill>
              <a:srgbClr val="F4812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4800" i="0" u="none" strike="noStrike" kern="1200" cap="none" spc="0" normalizeH="0" baseline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Lato Light" panose="020F0502020204030203" pitchFamily="34" charset="0"/>
                <a:ea typeface="+mn-ea"/>
                <a:cs typeface="+mn-cs"/>
              </a:endParaRPr>
            </a:p>
          </p:txBody>
        </p:sp>
        <p:sp>
          <p:nvSpPr>
            <p:cNvPr id="19" name="Subtitle 2">
              <a:extLst>
                <a:ext uri="{FF2B5EF4-FFF2-40B4-BE49-F238E27FC236}">
                  <a16:creationId xmlns:a16="http://schemas.microsoft.com/office/drawing/2014/main" id="{7F603E9A-653D-3918-4AD2-7A932F9CCE77}"/>
                </a:ext>
              </a:extLst>
            </p:cNvPr>
            <p:cNvSpPr txBox="1">
              <a:spLocks/>
            </p:cNvSpPr>
            <p:nvPr/>
          </p:nvSpPr>
          <p:spPr>
            <a:xfrm>
              <a:off x="9274516" y="5910306"/>
              <a:ext cx="5513108" cy="456508"/>
            </a:xfrm>
            <a:prstGeom prst="rect">
              <a:avLst/>
            </a:prstGeom>
          </p:spPr>
          <p:txBody>
            <a:bodyPr vert="horz" wrap="square" lIns="91440" tIns="45720" rIns="91440" bIns="45720" rtlCol="0" anchor="ctr">
              <a:spAutoFit/>
            </a:bodyPr>
            <a:lstStyle>
              <a:lvl1pPr marL="0" indent="0" algn="ctr" defTabSz="1087636" rtl="0" eaLnBrk="1" latinLnBrk="0" hangingPunct="1">
                <a:lnSpc>
                  <a:spcPct val="120000"/>
                </a:lnSpc>
                <a:spcBef>
                  <a:spcPct val="20000"/>
                </a:spcBef>
                <a:buFont typeface="Arial"/>
                <a:buNone/>
                <a:defRPr sz="2400" kern="1200">
                  <a:solidFill>
                    <a:schemeClr val="tx2"/>
                  </a:solidFill>
                  <a:latin typeface="Open Sans Light"/>
                  <a:ea typeface="+mn-ea"/>
                  <a:cs typeface="Open Sans Light"/>
                </a:defRPr>
              </a:lvl1pPr>
              <a:lvl2pPr marL="1087636" indent="0" algn="ctr" defTabSz="1087636" rtl="0" eaLnBrk="1" latinLnBrk="0" hangingPunct="1">
                <a:lnSpc>
                  <a:spcPct val="130000"/>
                </a:lnSpc>
                <a:spcBef>
                  <a:spcPct val="20000"/>
                </a:spcBef>
                <a:buFont typeface="Arial"/>
                <a:buNone/>
                <a:defRPr sz="3200" kern="1200">
                  <a:solidFill>
                    <a:schemeClr val="tx1">
                      <a:tint val="75000"/>
                    </a:schemeClr>
                  </a:solidFill>
                  <a:latin typeface="Open Sans"/>
                  <a:ea typeface="+mn-ea"/>
                  <a:cs typeface="Open Sans"/>
                </a:defRPr>
              </a:lvl2pPr>
              <a:lvl3pPr marL="2175271" indent="0" algn="ctr" defTabSz="1087636" rtl="0" eaLnBrk="1" latinLnBrk="0" hangingPunct="1">
                <a:lnSpc>
                  <a:spcPct val="130000"/>
                </a:lnSpc>
                <a:spcBef>
                  <a:spcPct val="20000"/>
                </a:spcBef>
                <a:buFont typeface="Arial"/>
                <a:buNone/>
                <a:defRPr sz="3200" kern="1200">
                  <a:solidFill>
                    <a:schemeClr val="tx1">
                      <a:tint val="75000"/>
                    </a:schemeClr>
                  </a:solidFill>
                  <a:latin typeface="Open Sans"/>
                  <a:ea typeface="+mn-ea"/>
                  <a:cs typeface="Open Sans"/>
                </a:defRPr>
              </a:lvl3pPr>
              <a:lvl4pPr marL="3262912" indent="0" algn="ctr" defTabSz="1087636" rtl="0" eaLnBrk="1" latinLnBrk="0" hangingPunct="1">
                <a:lnSpc>
                  <a:spcPct val="130000"/>
                </a:lnSpc>
                <a:spcBef>
                  <a:spcPct val="20000"/>
                </a:spcBef>
                <a:buFont typeface="Arial"/>
                <a:buNone/>
                <a:defRPr sz="3200" kern="1200">
                  <a:solidFill>
                    <a:schemeClr val="tx1">
                      <a:tint val="75000"/>
                    </a:schemeClr>
                  </a:solidFill>
                  <a:latin typeface="Open Sans"/>
                  <a:ea typeface="+mn-ea"/>
                  <a:cs typeface="Open Sans"/>
                </a:defRPr>
              </a:lvl4pPr>
              <a:lvl5pPr marL="4350546" indent="0" algn="ctr" defTabSz="1087636" rtl="0" eaLnBrk="1" latinLnBrk="0" hangingPunct="1">
                <a:lnSpc>
                  <a:spcPct val="130000"/>
                </a:lnSpc>
                <a:spcBef>
                  <a:spcPct val="20000"/>
                </a:spcBef>
                <a:buFont typeface="Arial"/>
                <a:buNone/>
                <a:defRPr sz="3200" kern="1200">
                  <a:solidFill>
                    <a:schemeClr val="tx1">
                      <a:tint val="75000"/>
                    </a:schemeClr>
                  </a:solidFill>
                  <a:latin typeface="Open Sans"/>
                  <a:ea typeface="+mn-ea"/>
                  <a:cs typeface="Open Sans"/>
                </a:defRPr>
              </a:lvl5pPr>
              <a:lvl6pPr marL="5438184" indent="0" algn="ctr" defTabSz="1087636" rtl="0" eaLnBrk="1" latinLnBrk="0" hangingPunct="1">
                <a:spcBef>
                  <a:spcPct val="20000"/>
                </a:spcBef>
                <a:buFont typeface="Arial"/>
                <a:buNone/>
                <a:defRPr sz="48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6pPr>
              <a:lvl7pPr marL="6525820" indent="0" algn="ctr" defTabSz="1087636" rtl="0" eaLnBrk="1" latinLnBrk="0" hangingPunct="1">
                <a:spcBef>
                  <a:spcPct val="20000"/>
                </a:spcBef>
                <a:buFont typeface="Arial"/>
                <a:buNone/>
                <a:defRPr sz="48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7pPr>
              <a:lvl8pPr marL="7613455" indent="0" algn="ctr" defTabSz="1087636" rtl="0" eaLnBrk="1" latinLnBrk="0" hangingPunct="1">
                <a:spcBef>
                  <a:spcPct val="20000"/>
                </a:spcBef>
                <a:buFont typeface="Arial"/>
                <a:buNone/>
                <a:defRPr sz="48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8pPr>
              <a:lvl9pPr marL="8701091" indent="0" algn="ctr" defTabSz="1087636" rtl="0" eaLnBrk="1" latinLnBrk="0" hangingPunct="1">
                <a:spcBef>
                  <a:spcPct val="20000"/>
                </a:spcBef>
                <a:buFont typeface="Arial"/>
                <a:buNone/>
                <a:defRPr sz="48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087636" rtl="0" eaLnBrk="1" fontAlgn="auto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lrTx/>
                <a:buSzTx/>
                <a:buFont typeface="Arial"/>
                <a:buNone/>
                <a:tabLst/>
                <a:defRPr/>
              </a:pPr>
              <a:r>
                <a:rPr kumimoji="0" lang="pt-BR" sz="3200" i="0" u="none" strike="noStrike" kern="1200" cap="none" spc="0" normalizeH="0" baseline="0" dirty="0">
                  <a:ln>
                    <a:noFill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LGPD: 2º. módulo</a:t>
              </a:r>
            </a:p>
          </p:txBody>
        </p:sp>
        <p:sp>
          <p:nvSpPr>
            <p:cNvPr id="21" name="Rectangle 25">
              <a:hlinkClick r:id="" action="ppaction://noaction"/>
              <a:extLst>
                <a:ext uri="{FF2B5EF4-FFF2-40B4-BE49-F238E27FC236}">
                  <a16:creationId xmlns:a16="http://schemas.microsoft.com/office/drawing/2014/main" id="{BA785AC3-2B5E-CE63-D9F9-FE16F31C5FBF}"/>
                </a:ext>
              </a:extLst>
            </p:cNvPr>
            <p:cNvSpPr/>
            <p:nvPr/>
          </p:nvSpPr>
          <p:spPr>
            <a:xfrm>
              <a:off x="9087803" y="6678884"/>
              <a:ext cx="6179751" cy="67644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4800" i="0" u="none" strike="noStrike" kern="1200" cap="none" spc="0" normalizeH="0" baseline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Lato Light" panose="020F0502020204030203" pitchFamily="34" charset="0"/>
                <a:ea typeface="+mn-ea"/>
                <a:cs typeface="+mn-cs"/>
              </a:endParaRPr>
            </a:p>
          </p:txBody>
        </p:sp>
        <p:sp>
          <p:nvSpPr>
            <p:cNvPr id="23" name="Rectangle 28">
              <a:extLst>
                <a:ext uri="{FF2B5EF4-FFF2-40B4-BE49-F238E27FC236}">
                  <a16:creationId xmlns:a16="http://schemas.microsoft.com/office/drawing/2014/main" id="{EDA673F1-1E8F-9030-BBBA-BFB065C345F4}"/>
                </a:ext>
              </a:extLst>
            </p:cNvPr>
            <p:cNvSpPr/>
            <p:nvPr/>
          </p:nvSpPr>
          <p:spPr>
            <a:xfrm>
              <a:off x="8813483" y="6678884"/>
              <a:ext cx="487875" cy="676444"/>
            </a:xfrm>
            <a:prstGeom prst="rect">
              <a:avLst/>
            </a:prstGeom>
            <a:solidFill>
              <a:srgbClr val="F4812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4800" i="0" u="none" strike="noStrike" kern="1200" cap="none" spc="0" normalizeH="0" baseline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Lato Light" panose="020F0502020204030203" pitchFamily="34" charset="0"/>
                <a:ea typeface="+mn-ea"/>
                <a:cs typeface="+mn-cs"/>
              </a:endParaRPr>
            </a:p>
          </p:txBody>
        </p:sp>
        <p:sp>
          <p:nvSpPr>
            <p:cNvPr id="25" name="Subtitle 2">
              <a:extLst>
                <a:ext uri="{FF2B5EF4-FFF2-40B4-BE49-F238E27FC236}">
                  <a16:creationId xmlns:a16="http://schemas.microsoft.com/office/drawing/2014/main" id="{93F4E23A-7F84-A20C-6DDE-E51F80FCDD8B}"/>
                </a:ext>
              </a:extLst>
            </p:cNvPr>
            <p:cNvSpPr txBox="1">
              <a:spLocks/>
            </p:cNvSpPr>
            <p:nvPr/>
          </p:nvSpPr>
          <p:spPr>
            <a:xfrm>
              <a:off x="9274516" y="6788554"/>
              <a:ext cx="5513108" cy="456508"/>
            </a:xfrm>
            <a:prstGeom prst="rect">
              <a:avLst/>
            </a:prstGeom>
          </p:spPr>
          <p:txBody>
            <a:bodyPr vert="horz" wrap="square" lIns="91440" tIns="45720" rIns="91440" bIns="45720" rtlCol="0" anchor="ctr">
              <a:spAutoFit/>
            </a:bodyPr>
            <a:lstStyle>
              <a:lvl1pPr marL="0" indent="0" algn="ctr" defTabSz="1087636" rtl="0" eaLnBrk="1" latinLnBrk="0" hangingPunct="1">
                <a:lnSpc>
                  <a:spcPct val="120000"/>
                </a:lnSpc>
                <a:spcBef>
                  <a:spcPct val="20000"/>
                </a:spcBef>
                <a:buFont typeface="Arial"/>
                <a:buNone/>
                <a:defRPr sz="2400" kern="1200">
                  <a:solidFill>
                    <a:schemeClr val="tx2"/>
                  </a:solidFill>
                  <a:latin typeface="Open Sans Light"/>
                  <a:ea typeface="+mn-ea"/>
                  <a:cs typeface="Open Sans Light"/>
                </a:defRPr>
              </a:lvl1pPr>
              <a:lvl2pPr marL="1087636" indent="0" algn="ctr" defTabSz="1087636" rtl="0" eaLnBrk="1" latinLnBrk="0" hangingPunct="1">
                <a:lnSpc>
                  <a:spcPct val="130000"/>
                </a:lnSpc>
                <a:spcBef>
                  <a:spcPct val="20000"/>
                </a:spcBef>
                <a:buFont typeface="Arial"/>
                <a:buNone/>
                <a:defRPr sz="3200" kern="1200">
                  <a:solidFill>
                    <a:schemeClr val="tx1">
                      <a:tint val="75000"/>
                    </a:schemeClr>
                  </a:solidFill>
                  <a:latin typeface="Open Sans"/>
                  <a:ea typeface="+mn-ea"/>
                  <a:cs typeface="Open Sans"/>
                </a:defRPr>
              </a:lvl2pPr>
              <a:lvl3pPr marL="2175271" indent="0" algn="ctr" defTabSz="1087636" rtl="0" eaLnBrk="1" latinLnBrk="0" hangingPunct="1">
                <a:lnSpc>
                  <a:spcPct val="130000"/>
                </a:lnSpc>
                <a:spcBef>
                  <a:spcPct val="20000"/>
                </a:spcBef>
                <a:buFont typeface="Arial"/>
                <a:buNone/>
                <a:defRPr sz="3200" kern="1200">
                  <a:solidFill>
                    <a:schemeClr val="tx1">
                      <a:tint val="75000"/>
                    </a:schemeClr>
                  </a:solidFill>
                  <a:latin typeface="Open Sans"/>
                  <a:ea typeface="+mn-ea"/>
                  <a:cs typeface="Open Sans"/>
                </a:defRPr>
              </a:lvl3pPr>
              <a:lvl4pPr marL="3262912" indent="0" algn="ctr" defTabSz="1087636" rtl="0" eaLnBrk="1" latinLnBrk="0" hangingPunct="1">
                <a:lnSpc>
                  <a:spcPct val="130000"/>
                </a:lnSpc>
                <a:spcBef>
                  <a:spcPct val="20000"/>
                </a:spcBef>
                <a:buFont typeface="Arial"/>
                <a:buNone/>
                <a:defRPr sz="3200" kern="1200">
                  <a:solidFill>
                    <a:schemeClr val="tx1">
                      <a:tint val="75000"/>
                    </a:schemeClr>
                  </a:solidFill>
                  <a:latin typeface="Open Sans"/>
                  <a:ea typeface="+mn-ea"/>
                  <a:cs typeface="Open Sans"/>
                </a:defRPr>
              </a:lvl4pPr>
              <a:lvl5pPr marL="4350546" indent="0" algn="ctr" defTabSz="1087636" rtl="0" eaLnBrk="1" latinLnBrk="0" hangingPunct="1">
                <a:lnSpc>
                  <a:spcPct val="130000"/>
                </a:lnSpc>
                <a:spcBef>
                  <a:spcPct val="20000"/>
                </a:spcBef>
                <a:buFont typeface="Arial"/>
                <a:buNone/>
                <a:defRPr sz="3200" kern="1200">
                  <a:solidFill>
                    <a:schemeClr val="tx1">
                      <a:tint val="75000"/>
                    </a:schemeClr>
                  </a:solidFill>
                  <a:latin typeface="Open Sans"/>
                  <a:ea typeface="+mn-ea"/>
                  <a:cs typeface="Open Sans"/>
                </a:defRPr>
              </a:lvl5pPr>
              <a:lvl6pPr marL="5438184" indent="0" algn="ctr" defTabSz="1087636" rtl="0" eaLnBrk="1" latinLnBrk="0" hangingPunct="1">
                <a:spcBef>
                  <a:spcPct val="20000"/>
                </a:spcBef>
                <a:buFont typeface="Arial"/>
                <a:buNone/>
                <a:defRPr sz="48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6pPr>
              <a:lvl7pPr marL="6525820" indent="0" algn="ctr" defTabSz="1087636" rtl="0" eaLnBrk="1" latinLnBrk="0" hangingPunct="1">
                <a:spcBef>
                  <a:spcPct val="20000"/>
                </a:spcBef>
                <a:buFont typeface="Arial"/>
                <a:buNone/>
                <a:defRPr sz="48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7pPr>
              <a:lvl8pPr marL="7613455" indent="0" algn="ctr" defTabSz="1087636" rtl="0" eaLnBrk="1" latinLnBrk="0" hangingPunct="1">
                <a:spcBef>
                  <a:spcPct val="20000"/>
                </a:spcBef>
                <a:buFont typeface="Arial"/>
                <a:buNone/>
                <a:defRPr sz="48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8pPr>
              <a:lvl9pPr marL="8701091" indent="0" algn="ctr" defTabSz="1087636" rtl="0" eaLnBrk="1" latinLnBrk="0" hangingPunct="1">
                <a:spcBef>
                  <a:spcPct val="20000"/>
                </a:spcBef>
                <a:buFont typeface="Arial"/>
                <a:buNone/>
                <a:defRPr sz="48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087636" rtl="0" eaLnBrk="1" fontAlgn="auto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lrTx/>
                <a:buSzTx/>
                <a:buFont typeface="Arial"/>
                <a:buNone/>
                <a:tabLst/>
                <a:defRPr/>
              </a:pPr>
              <a:r>
                <a:rPr kumimoji="0" lang="pt-BR" sz="3200" i="0" u="none" strike="noStrike" kern="1200" cap="none" spc="0" normalizeH="0" baseline="0" dirty="0">
                  <a:ln>
                    <a:noFill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LGPD: 3º. módulo</a:t>
              </a:r>
            </a:p>
          </p:txBody>
        </p:sp>
        <p:sp>
          <p:nvSpPr>
            <p:cNvPr id="26" name="Rectangle 25">
              <a:hlinkClick r:id="" action="ppaction://noaction"/>
              <a:extLst>
                <a:ext uri="{FF2B5EF4-FFF2-40B4-BE49-F238E27FC236}">
                  <a16:creationId xmlns:a16="http://schemas.microsoft.com/office/drawing/2014/main" id="{4F69A864-DFC0-2C7D-CB95-C5AC73DE1C0E}"/>
                </a:ext>
              </a:extLst>
            </p:cNvPr>
            <p:cNvSpPr/>
            <p:nvPr/>
          </p:nvSpPr>
          <p:spPr>
            <a:xfrm>
              <a:off x="15662189" y="7891969"/>
              <a:ext cx="6179751" cy="67644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4800" i="0" u="none" strike="noStrike" kern="1200" cap="none" spc="0" normalizeH="0" baseline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Lato Light" panose="020F0502020204030203" pitchFamily="34" charset="0"/>
                <a:ea typeface="+mn-ea"/>
                <a:cs typeface="+mn-cs"/>
              </a:endParaRPr>
            </a:p>
          </p:txBody>
        </p:sp>
        <p:sp>
          <p:nvSpPr>
            <p:cNvPr id="36" name="Subtitle 2">
              <a:extLst>
                <a:ext uri="{FF2B5EF4-FFF2-40B4-BE49-F238E27FC236}">
                  <a16:creationId xmlns:a16="http://schemas.microsoft.com/office/drawing/2014/main" id="{2A4C0D42-11B8-3A50-0842-039065F2E0CA}"/>
                </a:ext>
              </a:extLst>
            </p:cNvPr>
            <p:cNvSpPr txBox="1">
              <a:spLocks/>
            </p:cNvSpPr>
            <p:nvPr/>
          </p:nvSpPr>
          <p:spPr>
            <a:xfrm>
              <a:off x="15848902" y="8001639"/>
              <a:ext cx="5993038" cy="456508"/>
            </a:xfrm>
            <a:prstGeom prst="rect">
              <a:avLst/>
            </a:prstGeom>
          </p:spPr>
          <p:txBody>
            <a:bodyPr vert="horz" wrap="square" lIns="91440" tIns="45720" rIns="91440" bIns="45720" rtlCol="0" anchor="ctr">
              <a:spAutoFit/>
            </a:bodyPr>
            <a:lstStyle>
              <a:lvl1pPr marL="0" indent="0" algn="ctr" defTabSz="1087636" rtl="0" eaLnBrk="1" latinLnBrk="0" hangingPunct="1">
                <a:lnSpc>
                  <a:spcPct val="120000"/>
                </a:lnSpc>
                <a:spcBef>
                  <a:spcPct val="20000"/>
                </a:spcBef>
                <a:buFont typeface="Arial"/>
                <a:buNone/>
                <a:defRPr sz="2400" kern="1200">
                  <a:solidFill>
                    <a:schemeClr val="tx2"/>
                  </a:solidFill>
                  <a:latin typeface="Open Sans Light"/>
                  <a:ea typeface="+mn-ea"/>
                  <a:cs typeface="Open Sans Light"/>
                </a:defRPr>
              </a:lvl1pPr>
              <a:lvl2pPr marL="1087636" indent="0" algn="ctr" defTabSz="1087636" rtl="0" eaLnBrk="1" latinLnBrk="0" hangingPunct="1">
                <a:lnSpc>
                  <a:spcPct val="130000"/>
                </a:lnSpc>
                <a:spcBef>
                  <a:spcPct val="20000"/>
                </a:spcBef>
                <a:buFont typeface="Arial"/>
                <a:buNone/>
                <a:defRPr sz="3200" kern="1200">
                  <a:solidFill>
                    <a:schemeClr val="tx1">
                      <a:tint val="75000"/>
                    </a:schemeClr>
                  </a:solidFill>
                  <a:latin typeface="Open Sans"/>
                  <a:ea typeface="+mn-ea"/>
                  <a:cs typeface="Open Sans"/>
                </a:defRPr>
              </a:lvl2pPr>
              <a:lvl3pPr marL="2175271" indent="0" algn="ctr" defTabSz="1087636" rtl="0" eaLnBrk="1" latinLnBrk="0" hangingPunct="1">
                <a:lnSpc>
                  <a:spcPct val="130000"/>
                </a:lnSpc>
                <a:spcBef>
                  <a:spcPct val="20000"/>
                </a:spcBef>
                <a:buFont typeface="Arial"/>
                <a:buNone/>
                <a:defRPr sz="3200" kern="1200">
                  <a:solidFill>
                    <a:schemeClr val="tx1">
                      <a:tint val="75000"/>
                    </a:schemeClr>
                  </a:solidFill>
                  <a:latin typeface="Open Sans"/>
                  <a:ea typeface="+mn-ea"/>
                  <a:cs typeface="Open Sans"/>
                </a:defRPr>
              </a:lvl3pPr>
              <a:lvl4pPr marL="3262912" indent="0" algn="ctr" defTabSz="1087636" rtl="0" eaLnBrk="1" latinLnBrk="0" hangingPunct="1">
                <a:lnSpc>
                  <a:spcPct val="130000"/>
                </a:lnSpc>
                <a:spcBef>
                  <a:spcPct val="20000"/>
                </a:spcBef>
                <a:buFont typeface="Arial"/>
                <a:buNone/>
                <a:defRPr sz="3200" kern="1200">
                  <a:solidFill>
                    <a:schemeClr val="tx1">
                      <a:tint val="75000"/>
                    </a:schemeClr>
                  </a:solidFill>
                  <a:latin typeface="Open Sans"/>
                  <a:ea typeface="+mn-ea"/>
                  <a:cs typeface="Open Sans"/>
                </a:defRPr>
              </a:lvl4pPr>
              <a:lvl5pPr marL="4350546" indent="0" algn="ctr" defTabSz="1087636" rtl="0" eaLnBrk="1" latinLnBrk="0" hangingPunct="1">
                <a:lnSpc>
                  <a:spcPct val="130000"/>
                </a:lnSpc>
                <a:spcBef>
                  <a:spcPct val="20000"/>
                </a:spcBef>
                <a:buFont typeface="Arial"/>
                <a:buNone/>
                <a:defRPr sz="3200" kern="1200">
                  <a:solidFill>
                    <a:schemeClr val="tx1">
                      <a:tint val="75000"/>
                    </a:schemeClr>
                  </a:solidFill>
                  <a:latin typeface="Open Sans"/>
                  <a:ea typeface="+mn-ea"/>
                  <a:cs typeface="Open Sans"/>
                </a:defRPr>
              </a:lvl5pPr>
              <a:lvl6pPr marL="5438184" indent="0" algn="ctr" defTabSz="1087636" rtl="0" eaLnBrk="1" latinLnBrk="0" hangingPunct="1">
                <a:spcBef>
                  <a:spcPct val="20000"/>
                </a:spcBef>
                <a:buFont typeface="Arial"/>
                <a:buNone/>
                <a:defRPr sz="48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6pPr>
              <a:lvl7pPr marL="6525820" indent="0" algn="ctr" defTabSz="1087636" rtl="0" eaLnBrk="1" latinLnBrk="0" hangingPunct="1">
                <a:spcBef>
                  <a:spcPct val="20000"/>
                </a:spcBef>
                <a:buFont typeface="Arial"/>
                <a:buNone/>
                <a:defRPr sz="48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7pPr>
              <a:lvl8pPr marL="7613455" indent="0" algn="ctr" defTabSz="1087636" rtl="0" eaLnBrk="1" latinLnBrk="0" hangingPunct="1">
                <a:spcBef>
                  <a:spcPct val="20000"/>
                </a:spcBef>
                <a:buFont typeface="Arial"/>
                <a:buNone/>
                <a:defRPr sz="48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8pPr>
              <a:lvl9pPr marL="8701091" indent="0" algn="ctr" defTabSz="1087636" rtl="0" eaLnBrk="1" latinLnBrk="0" hangingPunct="1">
                <a:spcBef>
                  <a:spcPct val="20000"/>
                </a:spcBef>
                <a:buFont typeface="Arial"/>
                <a:buNone/>
                <a:defRPr sz="48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087636" rtl="0" eaLnBrk="1" fontAlgn="auto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lrTx/>
                <a:buSzTx/>
                <a:buFont typeface="Arial"/>
                <a:buNone/>
                <a:tabLst/>
                <a:defRPr/>
              </a:pPr>
              <a:r>
                <a:rPr kumimoji="0" lang="pt-BR" sz="3200" i="0" u="none" strike="noStrike" kern="1200" cap="none" spc="0" normalizeH="0" baseline="0" dirty="0">
                  <a:ln>
                    <a:noFill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Segurança de Informação: 1º Módulo</a:t>
              </a:r>
            </a:p>
          </p:txBody>
        </p:sp>
        <p:sp>
          <p:nvSpPr>
            <p:cNvPr id="37" name="Rectangle 25">
              <a:hlinkClick r:id="" action="ppaction://noaction"/>
              <a:extLst>
                <a:ext uri="{FF2B5EF4-FFF2-40B4-BE49-F238E27FC236}">
                  <a16:creationId xmlns:a16="http://schemas.microsoft.com/office/drawing/2014/main" id="{4C96EE68-303F-487D-7EED-75B110C372E5}"/>
                </a:ext>
              </a:extLst>
            </p:cNvPr>
            <p:cNvSpPr/>
            <p:nvPr/>
          </p:nvSpPr>
          <p:spPr>
            <a:xfrm>
              <a:off x="15662189" y="8770217"/>
              <a:ext cx="6179751" cy="67644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4800" i="0" u="none" strike="noStrike" kern="1200" cap="none" spc="0" normalizeH="0" baseline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Lato Light" panose="020F0502020204030203" pitchFamily="34" charset="0"/>
                <a:ea typeface="+mn-ea"/>
                <a:cs typeface="+mn-cs"/>
              </a:endParaRPr>
            </a:p>
          </p:txBody>
        </p:sp>
        <p:sp>
          <p:nvSpPr>
            <p:cNvPr id="38" name="Rectangle 28">
              <a:extLst>
                <a:ext uri="{FF2B5EF4-FFF2-40B4-BE49-F238E27FC236}">
                  <a16:creationId xmlns:a16="http://schemas.microsoft.com/office/drawing/2014/main" id="{09876B8A-3C1E-382C-BD2B-A910481E60A7}"/>
                </a:ext>
              </a:extLst>
            </p:cNvPr>
            <p:cNvSpPr/>
            <p:nvPr/>
          </p:nvSpPr>
          <p:spPr>
            <a:xfrm>
              <a:off x="15387869" y="8770217"/>
              <a:ext cx="487875" cy="676444"/>
            </a:xfrm>
            <a:prstGeom prst="rect">
              <a:avLst/>
            </a:prstGeom>
            <a:solidFill>
              <a:srgbClr val="F4812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4800" i="0" u="none" strike="noStrike" kern="1200" cap="none" spc="0" normalizeH="0" baseline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Lato Light" panose="020F0502020204030203" pitchFamily="34" charset="0"/>
                <a:ea typeface="+mn-ea"/>
                <a:cs typeface="+mn-cs"/>
              </a:endParaRPr>
            </a:p>
          </p:txBody>
        </p:sp>
        <p:sp>
          <p:nvSpPr>
            <p:cNvPr id="39" name="Chave Esquerda 38">
              <a:extLst>
                <a:ext uri="{FF2B5EF4-FFF2-40B4-BE49-F238E27FC236}">
                  <a16:creationId xmlns:a16="http://schemas.microsoft.com/office/drawing/2014/main" id="{B63C08EE-4392-EDA7-AE06-4BF33F63A18D}"/>
                </a:ext>
              </a:extLst>
            </p:cNvPr>
            <p:cNvSpPr/>
            <p:nvPr/>
          </p:nvSpPr>
          <p:spPr>
            <a:xfrm rot="16200000">
              <a:off x="11722036" y="4500617"/>
              <a:ext cx="636964" cy="6454071"/>
            </a:xfrm>
            <a:prstGeom prst="leftBrace">
              <a:avLst/>
            </a:prstGeom>
            <a:noFill/>
            <a:ln w="25400" cap="flat">
              <a:solidFill>
                <a:schemeClr val="bg1"/>
              </a:solidFill>
              <a:prstDash val="solid"/>
              <a:miter lim="400000"/>
            </a:ln>
            <a:effectLst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91439" tIns="45719" rIns="91439" bIns="45719" numCol="1" spcCol="38100" rtlCol="0" anchor="t">
              <a:noAutofit/>
            </a:bodyPr>
            <a:lstStyle/>
            <a:p>
              <a:pPr marL="0" marR="0" indent="0" algn="l" defTabSz="914400" rtl="0" fontAlgn="auto" latinLnBrk="1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pt-BR" sz="20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endParaRPr>
            </a:p>
          </p:txBody>
        </p:sp>
        <p:sp>
          <p:nvSpPr>
            <p:cNvPr id="40" name="Chave Esquerda 39">
              <a:extLst>
                <a:ext uri="{FF2B5EF4-FFF2-40B4-BE49-F238E27FC236}">
                  <a16:creationId xmlns:a16="http://schemas.microsoft.com/office/drawing/2014/main" id="{51E158D7-9F4F-A655-59B3-6F74EC2BCF0D}"/>
                </a:ext>
              </a:extLst>
            </p:cNvPr>
            <p:cNvSpPr/>
            <p:nvPr/>
          </p:nvSpPr>
          <p:spPr>
            <a:xfrm rot="16200000">
              <a:off x="5245373" y="1888748"/>
              <a:ext cx="636964" cy="6248462"/>
            </a:xfrm>
            <a:prstGeom prst="leftBrace">
              <a:avLst/>
            </a:prstGeom>
            <a:noFill/>
            <a:ln w="25400" cap="flat">
              <a:solidFill>
                <a:schemeClr val="bg1"/>
              </a:solidFill>
              <a:prstDash val="solid"/>
              <a:miter lim="400000"/>
            </a:ln>
            <a:effectLst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91439" tIns="45719" rIns="91439" bIns="45719" numCol="1" spcCol="38100" rtlCol="0" anchor="t">
              <a:noAutofit/>
            </a:bodyPr>
            <a:lstStyle/>
            <a:p>
              <a:pPr marL="0" marR="0" indent="0" algn="l" defTabSz="914400" rtl="0" fontAlgn="auto" latinLnBrk="1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pt-BR" sz="20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endParaRPr>
            </a:p>
          </p:txBody>
        </p:sp>
        <p:sp>
          <p:nvSpPr>
            <p:cNvPr id="41" name="Chave Esquerda 40">
              <a:extLst>
                <a:ext uri="{FF2B5EF4-FFF2-40B4-BE49-F238E27FC236}">
                  <a16:creationId xmlns:a16="http://schemas.microsoft.com/office/drawing/2014/main" id="{D2E081B4-35AD-E0B1-79EF-FA816EB9BD1F}"/>
                </a:ext>
              </a:extLst>
            </p:cNvPr>
            <p:cNvSpPr/>
            <p:nvPr/>
          </p:nvSpPr>
          <p:spPr>
            <a:xfrm rot="16200000">
              <a:off x="18296424" y="7721326"/>
              <a:ext cx="636964" cy="6454072"/>
            </a:xfrm>
            <a:prstGeom prst="leftBrace">
              <a:avLst/>
            </a:prstGeom>
            <a:noFill/>
            <a:ln w="25400" cap="flat">
              <a:solidFill>
                <a:schemeClr val="bg1"/>
              </a:solidFill>
              <a:prstDash val="solid"/>
              <a:miter lim="400000"/>
            </a:ln>
            <a:effectLst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91439" tIns="45719" rIns="91439" bIns="45719" numCol="1" spcCol="38100" rtlCol="0" anchor="t">
              <a:noAutofit/>
            </a:bodyPr>
            <a:lstStyle/>
            <a:p>
              <a:pPr marL="0" marR="0" indent="0" algn="l" defTabSz="914400" rtl="0" fontAlgn="auto" latinLnBrk="1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pt-BR" sz="20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endParaRPr>
            </a:p>
          </p:txBody>
        </p:sp>
        <p:sp>
          <p:nvSpPr>
            <p:cNvPr id="42" name="CaixaDeTexto 41">
              <a:extLst>
                <a:ext uri="{FF2B5EF4-FFF2-40B4-BE49-F238E27FC236}">
                  <a16:creationId xmlns:a16="http://schemas.microsoft.com/office/drawing/2014/main" id="{1430A86E-55A2-1200-3099-61951C4DACB5}"/>
                </a:ext>
              </a:extLst>
            </p:cNvPr>
            <p:cNvSpPr txBox="1"/>
            <p:nvPr/>
          </p:nvSpPr>
          <p:spPr>
            <a:xfrm>
              <a:off x="3994487" y="5577639"/>
              <a:ext cx="3080084" cy="64121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71437" tIns="71437" rIns="71437" bIns="71437" numCol="1" spcCol="38100" rtlCol="0" anchor="ctr">
              <a:spAutoFit/>
            </a:bodyPr>
            <a:lstStyle/>
            <a:p>
              <a:pPr marL="0" marR="0" indent="0" algn="ctr" defTabSz="584200" rtl="0" fontAlgn="auto" latinLnBrk="1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kumimoji="0" lang="pt-BR" sz="4400" b="0" i="0" u="none" strike="noStrike" cap="none" spc="0" normalizeH="0" baseline="0" dirty="0">
                  <a:ln>
                    <a:noFill/>
                  </a:ln>
                  <a:solidFill>
                    <a:schemeClr val="bg1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Light"/>
                </a:rPr>
                <a:t>1 Hora</a:t>
              </a:r>
            </a:p>
          </p:txBody>
        </p:sp>
        <p:sp>
          <p:nvSpPr>
            <p:cNvPr id="43" name="CaixaDeTexto 42">
              <a:extLst>
                <a:ext uri="{FF2B5EF4-FFF2-40B4-BE49-F238E27FC236}">
                  <a16:creationId xmlns:a16="http://schemas.microsoft.com/office/drawing/2014/main" id="{93ECFAA9-49D9-5D13-FB6A-19DB081C00E0}"/>
                </a:ext>
              </a:extLst>
            </p:cNvPr>
            <p:cNvSpPr txBox="1"/>
            <p:nvPr/>
          </p:nvSpPr>
          <p:spPr>
            <a:xfrm>
              <a:off x="10523622" y="8229581"/>
              <a:ext cx="3080084" cy="64121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71437" tIns="71437" rIns="71437" bIns="71437" numCol="1" spcCol="38100" rtlCol="0" anchor="ctr">
              <a:spAutoFit/>
            </a:bodyPr>
            <a:lstStyle/>
            <a:p>
              <a:pPr marL="0" marR="0" indent="0" algn="ctr" defTabSz="584200" rtl="0" fontAlgn="auto" latinLnBrk="1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kumimoji="0" lang="pt-BR" sz="4400" b="0" i="0" u="none" strike="noStrike" cap="none" spc="0" normalizeH="0" baseline="0" dirty="0">
                  <a:ln>
                    <a:noFill/>
                  </a:ln>
                  <a:solidFill>
                    <a:schemeClr val="bg1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Light"/>
                </a:rPr>
                <a:t>2 Horas</a:t>
              </a:r>
            </a:p>
          </p:txBody>
        </p:sp>
        <p:sp>
          <p:nvSpPr>
            <p:cNvPr id="44" name="CaixaDeTexto 43">
              <a:extLst>
                <a:ext uri="{FF2B5EF4-FFF2-40B4-BE49-F238E27FC236}">
                  <a16:creationId xmlns:a16="http://schemas.microsoft.com/office/drawing/2014/main" id="{19E71807-CFEC-1D65-4C3F-E1D3134AA642}"/>
                </a:ext>
              </a:extLst>
            </p:cNvPr>
            <p:cNvSpPr txBox="1"/>
            <p:nvPr/>
          </p:nvSpPr>
          <p:spPr>
            <a:xfrm>
              <a:off x="17065414" y="11409758"/>
              <a:ext cx="3080084" cy="64121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71437" tIns="71437" rIns="71437" bIns="71437" numCol="1" spcCol="38100" rtlCol="0" anchor="ctr">
              <a:spAutoFit/>
            </a:bodyPr>
            <a:lstStyle/>
            <a:p>
              <a:pPr marL="0" marR="0" indent="0" algn="ctr" defTabSz="584200" rtl="0" fontAlgn="auto" latinLnBrk="1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kumimoji="0" lang="pt-BR" sz="4400" b="0" i="0" u="none" strike="noStrike" cap="none" spc="0" normalizeH="0" baseline="0" dirty="0">
                  <a:ln>
                    <a:noFill/>
                  </a:ln>
                  <a:solidFill>
                    <a:schemeClr val="bg1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Light"/>
                </a:rPr>
                <a:t>2 Horas</a:t>
              </a:r>
            </a:p>
          </p:txBody>
        </p:sp>
        <p:sp>
          <p:nvSpPr>
            <p:cNvPr id="45" name="Rectangle 25">
              <a:hlinkClick r:id="" action="ppaction://noaction"/>
              <a:extLst>
                <a:ext uri="{FF2B5EF4-FFF2-40B4-BE49-F238E27FC236}">
                  <a16:creationId xmlns:a16="http://schemas.microsoft.com/office/drawing/2014/main" id="{B676AE06-AD66-B82F-8098-D77A26AC0179}"/>
                </a:ext>
              </a:extLst>
            </p:cNvPr>
            <p:cNvSpPr/>
            <p:nvPr/>
          </p:nvSpPr>
          <p:spPr>
            <a:xfrm>
              <a:off x="15662189" y="9620016"/>
              <a:ext cx="6179751" cy="67644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4800" i="0" u="none" strike="noStrike" kern="1200" cap="none" spc="0" normalizeH="0" baseline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Lato Light" panose="020F0502020204030203" pitchFamily="34" charset="0"/>
                <a:ea typeface="+mn-ea"/>
                <a:cs typeface="+mn-cs"/>
              </a:endParaRPr>
            </a:p>
          </p:txBody>
        </p:sp>
        <p:sp>
          <p:nvSpPr>
            <p:cNvPr id="46" name="Rectangle 28">
              <a:extLst>
                <a:ext uri="{FF2B5EF4-FFF2-40B4-BE49-F238E27FC236}">
                  <a16:creationId xmlns:a16="http://schemas.microsoft.com/office/drawing/2014/main" id="{012832BE-1BBE-6271-C57B-DD4F75734DC7}"/>
                </a:ext>
              </a:extLst>
            </p:cNvPr>
            <p:cNvSpPr/>
            <p:nvPr/>
          </p:nvSpPr>
          <p:spPr>
            <a:xfrm>
              <a:off x="15387869" y="9620016"/>
              <a:ext cx="487875" cy="676444"/>
            </a:xfrm>
            <a:prstGeom prst="rect">
              <a:avLst/>
            </a:prstGeom>
            <a:solidFill>
              <a:srgbClr val="F4812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4800" i="0" u="none" strike="noStrike" kern="1200" cap="none" spc="0" normalizeH="0" baseline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Lato Light" panose="020F0502020204030203" pitchFamily="34" charset="0"/>
                <a:ea typeface="+mn-ea"/>
                <a:cs typeface="+mn-cs"/>
              </a:endParaRPr>
            </a:p>
          </p:txBody>
        </p:sp>
        <p:sp>
          <p:nvSpPr>
            <p:cNvPr id="47" name="Rectangle 28">
              <a:extLst>
                <a:ext uri="{FF2B5EF4-FFF2-40B4-BE49-F238E27FC236}">
                  <a16:creationId xmlns:a16="http://schemas.microsoft.com/office/drawing/2014/main" id="{E61BDED4-9BC3-B950-B376-8B6DE5ED64D5}"/>
                </a:ext>
              </a:extLst>
            </p:cNvPr>
            <p:cNvSpPr/>
            <p:nvPr/>
          </p:nvSpPr>
          <p:spPr>
            <a:xfrm>
              <a:off x="8843865" y="4916409"/>
              <a:ext cx="487875" cy="676444"/>
            </a:xfrm>
            <a:prstGeom prst="rect">
              <a:avLst/>
            </a:prstGeom>
            <a:solidFill>
              <a:srgbClr val="F4812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4800" i="0" u="none" strike="noStrike" kern="1200" cap="none" spc="0" normalizeH="0" baseline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Lato Light" panose="020F0502020204030203" pitchFamily="34" charset="0"/>
                <a:ea typeface="+mn-ea"/>
                <a:cs typeface="+mn-cs"/>
              </a:endParaRPr>
            </a:p>
          </p:txBody>
        </p:sp>
        <p:sp>
          <p:nvSpPr>
            <p:cNvPr id="48" name="Rectangle 28">
              <a:extLst>
                <a:ext uri="{FF2B5EF4-FFF2-40B4-BE49-F238E27FC236}">
                  <a16:creationId xmlns:a16="http://schemas.microsoft.com/office/drawing/2014/main" id="{691C9845-50F5-D9F5-7E28-329FC8ECFC2B}"/>
                </a:ext>
              </a:extLst>
            </p:cNvPr>
            <p:cNvSpPr/>
            <p:nvPr/>
          </p:nvSpPr>
          <p:spPr>
            <a:xfrm>
              <a:off x="15361027" y="7885990"/>
              <a:ext cx="487875" cy="676444"/>
            </a:xfrm>
            <a:prstGeom prst="rect">
              <a:avLst/>
            </a:prstGeom>
            <a:solidFill>
              <a:srgbClr val="F4812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4800" i="0" u="none" strike="noStrike" kern="1200" cap="none" spc="0" normalizeH="0" baseline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Lato Light" panose="020F0502020204030203" pitchFamily="34" charset="0"/>
                <a:ea typeface="+mn-ea"/>
                <a:cs typeface="+mn-cs"/>
              </a:endParaRPr>
            </a:p>
          </p:txBody>
        </p:sp>
        <p:sp>
          <p:nvSpPr>
            <p:cNvPr id="49" name="Subtitle 2">
              <a:extLst>
                <a:ext uri="{FF2B5EF4-FFF2-40B4-BE49-F238E27FC236}">
                  <a16:creationId xmlns:a16="http://schemas.microsoft.com/office/drawing/2014/main" id="{EB5CDF27-F552-6D08-62B7-EB501D18E593}"/>
                </a:ext>
              </a:extLst>
            </p:cNvPr>
            <p:cNvSpPr txBox="1">
              <a:spLocks/>
            </p:cNvSpPr>
            <p:nvPr/>
          </p:nvSpPr>
          <p:spPr>
            <a:xfrm>
              <a:off x="15853299" y="8857636"/>
              <a:ext cx="5993038" cy="456508"/>
            </a:xfrm>
            <a:prstGeom prst="rect">
              <a:avLst/>
            </a:prstGeom>
          </p:spPr>
          <p:txBody>
            <a:bodyPr vert="horz" wrap="square" lIns="91440" tIns="45720" rIns="91440" bIns="45720" rtlCol="0" anchor="ctr">
              <a:spAutoFit/>
            </a:bodyPr>
            <a:lstStyle>
              <a:lvl1pPr marL="0" indent="0" algn="ctr" defTabSz="1087636" rtl="0" eaLnBrk="1" latinLnBrk="0" hangingPunct="1">
                <a:lnSpc>
                  <a:spcPct val="120000"/>
                </a:lnSpc>
                <a:spcBef>
                  <a:spcPct val="20000"/>
                </a:spcBef>
                <a:buFont typeface="Arial"/>
                <a:buNone/>
                <a:defRPr sz="2400" kern="1200">
                  <a:solidFill>
                    <a:schemeClr val="tx2"/>
                  </a:solidFill>
                  <a:latin typeface="Open Sans Light"/>
                  <a:ea typeface="+mn-ea"/>
                  <a:cs typeface="Open Sans Light"/>
                </a:defRPr>
              </a:lvl1pPr>
              <a:lvl2pPr marL="1087636" indent="0" algn="ctr" defTabSz="1087636" rtl="0" eaLnBrk="1" latinLnBrk="0" hangingPunct="1">
                <a:lnSpc>
                  <a:spcPct val="130000"/>
                </a:lnSpc>
                <a:spcBef>
                  <a:spcPct val="20000"/>
                </a:spcBef>
                <a:buFont typeface="Arial"/>
                <a:buNone/>
                <a:defRPr sz="3200" kern="1200">
                  <a:solidFill>
                    <a:schemeClr val="tx1">
                      <a:tint val="75000"/>
                    </a:schemeClr>
                  </a:solidFill>
                  <a:latin typeface="Open Sans"/>
                  <a:ea typeface="+mn-ea"/>
                  <a:cs typeface="Open Sans"/>
                </a:defRPr>
              </a:lvl2pPr>
              <a:lvl3pPr marL="2175271" indent="0" algn="ctr" defTabSz="1087636" rtl="0" eaLnBrk="1" latinLnBrk="0" hangingPunct="1">
                <a:lnSpc>
                  <a:spcPct val="130000"/>
                </a:lnSpc>
                <a:spcBef>
                  <a:spcPct val="20000"/>
                </a:spcBef>
                <a:buFont typeface="Arial"/>
                <a:buNone/>
                <a:defRPr sz="3200" kern="1200">
                  <a:solidFill>
                    <a:schemeClr val="tx1">
                      <a:tint val="75000"/>
                    </a:schemeClr>
                  </a:solidFill>
                  <a:latin typeface="Open Sans"/>
                  <a:ea typeface="+mn-ea"/>
                  <a:cs typeface="Open Sans"/>
                </a:defRPr>
              </a:lvl3pPr>
              <a:lvl4pPr marL="3262912" indent="0" algn="ctr" defTabSz="1087636" rtl="0" eaLnBrk="1" latinLnBrk="0" hangingPunct="1">
                <a:lnSpc>
                  <a:spcPct val="130000"/>
                </a:lnSpc>
                <a:spcBef>
                  <a:spcPct val="20000"/>
                </a:spcBef>
                <a:buFont typeface="Arial"/>
                <a:buNone/>
                <a:defRPr sz="3200" kern="1200">
                  <a:solidFill>
                    <a:schemeClr val="tx1">
                      <a:tint val="75000"/>
                    </a:schemeClr>
                  </a:solidFill>
                  <a:latin typeface="Open Sans"/>
                  <a:ea typeface="+mn-ea"/>
                  <a:cs typeface="Open Sans"/>
                </a:defRPr>
              </a:lvl4pPr>
              <a:lvl5pPr marL="4350546" indent="0" algn="ctr" defTabSz="1087636" rtl="0" eaLnBrk="1" latinLnBrk="0" hangingPunct="1">
                <a:lnSpc>
                  <a:spcPct val="130000"/>
                </a:lnSpc>
                <a:spcBef>
                  <a:spcPct val="20000"/>
                </a:spcBef>
                <a:buFont typeface="Arial"/>
                <a:buNone/>
                <a:defRPr sz="3200" kern="1200">
                  <a:solidFill>
                    <a:schemeClr val="tx1">
                      <a:tint val="75000"/>
                    </a:schemeClr>
                  </a:solidFill>
                  <a:latin typeface="Open Sans"/>
                  <a:ea typeface="+mn-ea"/>
                  <a:cs typeface="Open Sans"/>
                </a:defRPr>
              </a:lvl5pPr>
              <a:lvl6pPr marL="5438184" indent="0" algn="ctr" defTabSz="1087636" rtl="0" eaLnBrk="1" latinLnBrk="0" hangingPunct="1">
                <a:spcBef>
                  <a:spcPct val="20000"/>
                </a:spcBef>
                <a:buFont typeface="Arial"/>
                <a:buNone/>
                <a:defRPr sz="48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6pPr>
              <a:lvl7pPr marL="6525820" indent="0" algn="ctr" defTabSz="1087636" rtl="0" eaLnBrk="1" latinLnBrk="0" hangingPunct="1">
                <a:spcBef>
                  <a:spcPct val="20000"/>
                </a:spcBef>
                <a:buFont typeface="Arial"/>
                <a:buNone/>
                <a:defRPr sz="48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7pPr>
              <a:lvl8pPr marL="7613455" indent="0" algn="ctr" defTabSz="1087636" rtl="0" eaLnBrk="1" latinLnBrk="0" hangingPunct="1">
                <a:spcBef>
                  <a:spcPct val="20000"/>
                </a:spcBef>
                <a:buFont typeface="Arial"/>
                <a:buNone/>
                <a:defRPr sz="48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8pPr>
              <a:lvl9pPr marL="8701091" indent="0" algn="ctr" defTabSz="1087636" rtl="0" eaLnBrk="1" latinLnBrk="0" hangingPunct="1">
                <a:spcBef>
                  <a:spcPct val="20000"/>
                </a:spcBef>
                <a:buFont typeface="Arial"/>
                <a:buNone/>
                <a:defRPr sz="48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087636" rtl="0" eaLnBrk="1" fontAlgn="auto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lrTx/>
                <a:buSzTx/>
                <a:buFont typeface="Arial"/>
                <a:buNone/>
                <a:tabLst/>
                <a:defRPr/>
              </a:pPr>
              <a:r>
                <a:rPr kumimoji="0" lang="pt-BR" sz="3200" i="0" u="none" strike="noStrike" kern="1200" cap="none" spc="0" normalizeH="0" baseline="0" dirty="0">
                  <a:ln>
                    <a:noFill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Segurança de Informação: 2º Módulo</a:t>
              </a:r>
            </a:p>
          </p:txBody>
        </p:sp>
        <p:sp>
          <p:nvSpPr>
            <p:cNvPr id="50" name="Subtitle 2">
              <a:extLst>
                <a:ext uri="{FF2B5EF4-FFF2-40B4-BE49-F238E27FC236}">
                  <a16:creationId xmlns:a16="http://schemas.microsoft.com/office/drawing/2014/main" id="{522D4C1B-05E8-8337-7EA7-86055A41385F}"/>
                </a:ext>
              </a:extLst>
            </p:cNvPr>
            <p:cNvSpPr txBox="1">
              <a:spLocks/>
            </p:cNvSpPr>
            <p:nvPr/>
          </p:nvSpPr>
          <p:spPr>
            <a:xfrm>
              <a:off x="15832253" y="9687877"/>
              <a:ext cx="5993038" cy="456508"/>
            </a:xfrm>
            <a:prstGeom prst="rect">
              <a:avLst/>
            </a:prstGeom>
          </p:spPr>
          <p:txBody>
            <a:bodyPr vert="horz" wrap="square" lIns="91440" tIns="45720" rIns="91440" bIns="45720" rtlCol="0" anchor="ctr">
              <a:spAutoFit/>
            </a:bodyPr>
            <a:lstStyle>
              <a:lvl1pPr marL="0" indent="0" algn="ctr" defTabSz="1087636" rtl="0" eaLnBrk="1" latinLnBrk="0" hangingPunct="1">
                <a:lnSpc>
                  <a:spcPct val="120000"/>
                </a:lnSpc>
                <a:spcBef>
                  <a:spcPct val="20000"/>
                </a:spcBef>
                <a:buFont typeface="Arial"/>
                <a:buNone/>
                <a:defRPr sz="2400" kern="1200">
                  <a:solidFill>
                    <a:schemeClr val="tx2"/>
                  </a:solidFill>
                  <a:latin typeface="Open Sans Light"/>
                  <a:ea typeface="+mn-ea"/>
                  <a:cs typeface="Open Sans Light"/>
                </a:defRPr>
              </a:lvl1pPr>
              <a:lvl2pPr marL="1087636" indent="0" algn="ctr" defTabSz="1087636" rtl="0" eaLnBrk="1" latinLnBrk="0" hangingPunct="1">
                <a:lnSpc>
                  <a:spcPct val="130000"/>
                </a:lnSpc>
                <a:spcBef>
                  <a:spcPct val="20000"/>
                </a:spcBef>
                <a:buFont typeface="Arial"/>
                <a:buNone/>
                <a:defRPr sz="3200" kern="1200">
                  <a:solidFill>
                    <a:schemeClr val="tx1">
                      <a:tint val="75000"/>
                    </a:schemeClr>
                  </a:solidFill>
                  <a:latin typeface="Open Sans"/>
                  <a:ea typeface="+mn-ea"/>
                  <a:cs typeface="Open Sans"/>
                </a:defRPr>
              </a:lvl2pPr>
              <a:lvl3pPr marL="2175271" indent="0" algn="ctr" defTabSz="1087636" rtl="0" eaLnBrk="1" latinLnBrk="0" hangingPunct="1">
                <a:lnSpc>
                  <a:spcPct val="130000"/>
                </a:lnSpc>
                <a:spcBef>
                  <a:spcPct val="20000"/>
                </a:spcBef>
                <a:buFont typeface="Arial"/>
                <a:buNone/>
                <a:defRPr sz="3200" kern="1200">
                  <a:solidFill>
                    <a:schemeClr val="tx1">
                      <a:tint val="75000"/>
                    </a:schemeClr>
                  </a:solidFill>
                  <a:latin typeface="Open Sans"/>
                  <a:ea typeface="+mn-ea"/>
                  <a:cs typeface="Open Sans"/>
                </a:defRPr>
              </a:lvl3pPr>
              <a:lvl4pPr marL="3262912" indent="0" algn="ctr" defTabSz="1087636" rtl="0" eaLnBrk="1" latinLnBrk="0" hangingPunct="1">
                <a:lnSpc>
                  <a:spcPct val="130000"/>
                </a:lnSpc>
                <a:spcBef>
                  <a:spcPct val="20000"/>
                </a:spcBef>
                <a:buFont typeface="Arial"/>
                <a:buNone/>
                <a:defRPr sz="3200" kern="1200">
                  <a:solidFill>
                    <a:schemeClr val="tx1">
                      <a:tint val="75000"/>
                    </a:schemeClr>
                  </a:solidFill>
                  <a:latin typeface="Open Sans"/>
                  <a:ea typeface="+mn-ea"/>
                  <a:cs typeface="Open Sans"/>
                </a:defRPr>
              </a:lvl4pPr>
              <a:lvl5pPr marL="4350546" indent="0" algn="ctr" defTabSz="1087636" rtl="0" eaLnBrk="1" latinLnBrk="0" hangingPunct="1">
                <a:lnSpc>
                  <a:spcPct val="130000"/>
                </a:lnSpc>
                <a:spcBef>
                  <a:spcPct val="20000"/>
                </a:spcBef>
                <a:buFont typeface="Arial"/>
                <a:buNone/>
                <a:defRPr sz="3200" kern="1200">
                  <a:solidFill>
                    <a:schemeClr val="tx1">
                      <a:tint val="75000"/>
                    </a:schemeClr>
                  </a:solidFill>
                  <a:latin typeface="Open Sans"/>
                  <a:ea typeface="+mn-ea"/>
                  <a:cs typeface="Open Sans"/>
                </a:defRPr>
              </a:lvl5pPr>
              <a:lvl6pPr marL="5438184" indent="0" algn="ctr" defTabSz="1087636" rtl="0" eaLnBrk="1" latinLnBrk="0" hangingPunct="1">
                <a:spcBef>
                  <a:spcPct val="20000"/>
                </a:spcBef>
                <a:buFont typeface="Arial"/>
                <a:buNone/>
                <a:defRPr sz="48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6pPr>
              <a:lvl7pPr marL="6525820" indent="0" algn="ctr" defTabSz="1087636" rtl="0" eaLnBrk="1" latinLnBrk="0" hangingPunct="1">
                <a:spcBef>
                  <a:spcPct val="20000"/>
                </a:spcBef>
                <a:buFont typeface="Arial"/>
                <a:buNone/>
                <a:defRPr sz="48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7pPr>
              <a:lvl8pPr marL="7613455" indent="0" algn="ctr" defTabSz="1087636" rtl="0" eaLnBrk="1" latinLnBrk="0" hangingPunct="1">
                <a:spcBef>
                  <a:spcPct val="20000"/>
                </a:spcBef>
                <a:buFont typeface="Arial"/>
                <a:buNone/>
                <a:defRPr sz="48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8pPr>
              <a:lvl9pPr marL="8701091" indent="0" algn="ctr" defTabSz="1087636" rtl="0" eaLnBrk="1" latinLnBrk="0" hangingPunct="1">
                <a:spcBef>
                  <a:spcPct val="20000"/>
                </a:spcBef>
                <a:buFont typeface="Arial"/>
                <a:buNone/>
                <a:defRPr sz="48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087636" rtl="0" eaLnBrk="1" fontAlgn="auto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lrTx/>
                <a:buSzTx/>
                <a:buFont typeface="Arial"/>
                <a:buNone/>
                <a:tabLst/>
                <a:defRPr/>
              </a:pPr>
              <a:r>
                <a:rPr kumimoji="0" lang="pt-BR" sz="3200" i="0" u="none" strike="noStrike" kern="1200" cap="none" spc="0" normalizeH="0" baseline="0" dirty="0">
                  <a:ln>
                    <a:noFill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Segurança de Informação: 3º Módulo</a:t>
              </a:r>
            </a:p>
          </p:txBody>
        </p:sp>
      </p:grpSp>
      <p:sp>
        <p:nvSpPr>
          <p:cNvPr id="51" name="Google Shape;67;p14">
            <a:extLst>
              <a:ext uri="{FF2B5EF4-FFF2-40B4-BE49-F238E27FC236}">
                <a16:creationId xmlns:a16="http://schemas.microsoft.com/office/drawing/2014/main" id="{82D7ABD2-DD2D-F392-980C-9D77C4AD4A96}"/>
              </a:ext>
            </a:extLst>
          </p:cNvPr>
          <p:cNvSpPr txBox="1"/>
          <p:nvPr/>
        </p:nvSpPr>
        <p:spPr>
          <a:xfrm>
            <a:off x="897856" y="1436120"/>
            <a:ext cx="22980818" cy="2293674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182850" tIns="182850" rIns="182850" bIns="182850" anchor="t" anchorCtr="0">
            <a:noAutofit/>
          </a:bodyPr>
          <a:lstStyle/>
          <a:p>
            <a:pPr lvl="0" algn="l">
              <a:spcBef>
                <a:spcPts val="1800"/>
              </a:spcBef>
            </a:pPr>
            <a:r>
              <a:rPr lang="pt-BR" sz="3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As trilhas de formação estão pensadas para disponibilizarmos os conteúdos de forma gradativa. Cada conteúdo possui um vídeo, ebook e questionário que permite que o colaborador valide seus conhecimentos e a empresa obtenha as evidências de formação.</a:t>
            </a:r>
          </a:p>
        </p:txBody>
      </p:sp>
      <p:grpSp>
        <p:nvGrpSpPr>
          <p:cNvPr id="18" name="Agrupar 17">
            <a:extLst>
              <a:ext uri="{FF2B5EF4-FFF2-40B4-BE49-F238E27FC236}">
                <a16:creationId xmlns:a16="http://schemas.microsoft.com/office/drawing/2014/main" id="{B58B5B30-2F6E-29C3-92AD-63D81573700A}"/>
              </a:ext>
            </a:extLst>
          </p:cNvPr>
          <p:cNvGrpSpPr/>
          <p:nvPr/>
        </p:nvGrpSpPr>
        <p:grpSpPr>
          <a:xfrm>
            <a:off x="10916537" y="25177"/>
            <a:ext cx="13434657" cy="1033600"/>
            <a:chOff x="20106079" y="-335768"/>
            <a:chExt cx="4245186" cy="990509"/>
          </a:xfrm>
        </p:grpSpPr>
        <p:sp>
          <p:nvSpPr>
            <p:cNvPr id="20" name="Chevron 10">
              <a:extLst>
                <a:ext uri="{FF2B5EF4-FFF2-40B4-BE49-F238E27FC236}">
                  <a16:creationId xmlns:a16="http://schemas.microsoft.com/office/drawing/2014/main" id="{9C6A02BA-630D-71C3-02B2-68ECB51ADEA7}"/>
                </a:ext>
              </a:extLst>
            </p:cNvPr>
            <p:cNvSpPr/>
            <p:nvPr/>
          </p:nvSpPr>
          <p:spPr bwMode="auto">
            <a:xfrm>
              <a:off x="20844236" y="-335768"/>
              <a:ext cx="933577" cy="990509"/>
            </a:xfrm>
            <a:prstGeom prst="chevron">
              <a:avLst>
                <a:gd name="adj" fmla="val 31818"/>
              </a:avLst>
            </a:prstGeom>
            <a:solidFill>
              <a:srgbClr val="FFFFFF">
                <a:lumMod val="85000"/>
                <a:alpha val="90000"/>
              </a:srgbClr>
            </a:solidFill>
            <a:ln>
              <a:noFill/>
            </a:ln>
            <a:effectLst/>
          </p:spPr>
          <p:txBody>
            <a:bodyPr wrap="square" lIns="91440" tIns="45715" rIns="0" bIns="45715" rtlCol="0" anchor="ctr">
              <a:noAutofit/>
            </a:bodyPr>
            <a:lstStyle/>
            <a:p>
              <a:pPr defTabSz="623853" rtl="0" fontAlgn="base">
                <a:spcBef>
                  <a:spcPts val="600"/>
                </a:spcBef>
                <a:spcAft>
                  <a:spcPts val="600"/>
                </a:spcAft>
                <a:buClr>
                  <a:srgbClr val="000000"/>
                </a:buClr>
              </a:pPr>
              <a:r>
                <a:rPr lang="pt-BR" sz="2800" b="1" kern="1200">
                  <a:solidFill>
                    <a:srgbClr val="FFFFFF"/>
                  </a:solidFill>
                  <a:latin typeface="Arial" charset="0"/>
                  <a:cs typeface="Times New Roman" pitchFamily="18" charset="0"/>
                </a:rPr>
                <a:t>Desafios</a:t>
              </a:r>
            </a:p>
          </p:txBody>
        </p:sp>
        <p:sp>
          <p:nvSpPr>
            <p:cNvPr id="22" name="Chevron 12">
              <a:extLst>
                <a:ext uri="{FF2B5EF4-FFF2-40B4-BE49-F238E27FC236}">
                  <a16:creationId xmlns:a16="http://schemas.microsoft.com/office/drawing/2014/main" id="{D0BF8D9E-5821-288E-F4BF-8E6564EC5254}"/>
                </a:ext>
              </a:extLst>
            </p:cNvPr>
            <p:cNvSpPr/>
            <p:nvPr/>
          </p:nvSpPr>
          <p:spPr bwMode="auto">
            <a:xfrm>
              <a:off x="21699520" y="-335768"/>
              <a:ext cx="933577" cy="990509"/>
            </a:xfrm>
            <a:prstGeom prst="chevron">
              <a:avLst>
                <a:gd name="adj" fmla="val 31818"/>
              </a:avLst>
            </a:prstGeom>
            <a:solidFill>
              <a:srgbClr val="FFFFFF">
                <a:lumMod val="85000"/>
                <a:alpha val="90000"/>
              </a:srgbClr>
            </a:solidFill>
            <a:ln>
              <a:noFill/>
            </a:ln>
            <a:effectLst/>
          </p:spPr>
          <p:txBody>
            <a:bodyPr wrap="square" lIns="91440" tIns="45715" rIns="0" bIns="45715" rtlCol="0" anchor="ctr">
              <a:noAutofit/>
            </a:bodyPr>
            <a:lstStyle/>
            <a:p>
              <a:pPr defTabSz="623853" rtl="0" fontAlgn="base">
                <a:spcBef>
                  <a:spcPts val="600"/>
                </a:spcBef>
                <a:spcAft>
                  <a:spcPts val="600"/>
                </a:spcAft>
                <a:buClr>
                  <a:srgbClr val="000000"/>
                </a:buClr>
              </a:pPr>
              <a:r>
                <a:rPr lang="pt-BR" sz="2800" b="1" kern="1200" dirty="0">
                  <a:solidFill>
                    <a:srgbClr val="FFFFFF"/>
                  </a:solidFill>
                  <a:latin typeface="Arial" charset="0"/>
                  <a:cs typeface="Times New Roman" pitchFamily="18" charset="0"/>
                </a:rPr>
                <a:t>Abrangência</a:t>
              </a:r>
            </a:p>
          </p:txBody>
        </p:sp>
        <p:sp>
          <p:nvSpPr>
            <p:cNvPr id="24" name="Chevron 14">
              <a:extLst>
                <a:ext uri="{FF2B5EF4-FFF2-40B4-BE49-F238E27FC236}">
                  <a16:creationId xmlns:a16="http://schemas.microsoft.com/office/drawing/2014/main" id="{D6847546-017E-2FA5-3F3F-6EE95B993BEA}"/>
                </a:ext>
              </a:extLst>
            </p:cNvPr>
            <p:cNvSpPr/>
            <p:nvPr/>
          </p:nvSpPr>
          <p:spPr bwMode="auto">
            <a:xfrm>
              <a:off x="22562405" y="-335768"/>
              <a:ext cx="933577" cy="990509"/>
            </a:xfrm>
            <a:prstGeom prst="chevron">
              <a:avLst>
                <a:gd name="adj" fmla="val 31818"/>
              </a:avLst>
            </a:prstGeom>
            <a:solidFill>
              <a:srgbClr val="F48120">
                <a:alpha val="90000"/>
              </a:srgbClr>
            </a:solidFill>
            <a:ln>
              <a:noFill/>
            </a:ln>
            <a:effectLst/>
          </p:spPr>
          <p:txBody>
            <a:bodyPr wrap="square" lIns="91440" tIns="45715" rIns="0" bIns="45715" rtlCol="0" anchor="ctr">
              <a:noAutofit/>
            </a:bodyPr>
            <a:lstStyle/>
            <a:p>
              <a:pPr defTabSz="623853" rtl="0" fontAlgn="base">
                <a:spcBef>
                  <a:spcPts val="600"/>
                </a:spcBef>
                <a:spcAft>
                  <a:spcPts val="600"/>
                </a:spcAft>
                <a:buClr>
                  <a:srgbClr val="000000"/>
                </a:buClr>
              </a:pPr>
              <a:r>
                <a:rPr lang="pt-BR" sz="2800" b="1" kern="1200" dirty="0">
                  <a:solidFill>
                    <a:srgbClr val="FFFFFF"/>
                  </a:solidFill>
                  <a:latin typeface="Arial" charset="0"/>
                  <a:cs typeface="Times New Roman" pitchFamily="18" charset="0"/>
                </a:rPr>
                <a:t>Método</a:t>
              </a:r>
            </a:p>
          </p:txBody>
        </p:sp>
        <p:sp>
          <p:nvSpPr>
            <p:cNvPr id="27" name="Chevron 17">
              <a:extLst>
                <a:ext uri="{FF2B5EF4-FFF2-40B4-BE49-F238E27FC236}">
                  <a16:creationId xmlns:a16="http://schemas.microsoft.com/office/drawing/2014/main" id="{69CDEEE3-D6EC-D969-DEC3-4A4C67A365E0}"/>
                </a:ext>
              </a:extLst>
            </p:cNvPr>
            <p:cNvSpPr/>
            <p:nvPr/>
          </p:nvSpPr>
          <p:spPr bwMode="auto">
            <a:xfrm>
              <a:off x="23417688" y="-335768"/>
              <a:ext cx="933577" cy="990509"/>
            </a:xfrm>
            <a:prstGeom prst="chevron">
              <a:avLst>
                <a:gd name="adj" fmla="val 31818"/>
              </a:avLst>
            </a:prstGeom>
            <a:solidFill>
              <a:srgbClr val="FFFFFF">
                <a:lumMod val="85000"/>
                <a:alpha val="90000"/>
              </a:srgbClr>
            </a:solidFill>
            <a:ln>
              <a:noFill/>
            </a:ln>
            <a:effectLst/>
          </p:spPr>
          <p:txBody>
            <a:bodyPr wrap="square" lIns="91440" tIns="45715" rIns="0" bIns="45715" rtlCol="0" anchor="ctr">
              <a:noAutofit/>
            </a:bodyPr>
            <a:lstStyle/>
            <a:p>
              <a:pPr marL="0" marR="0" lvl="0" indent="0" defTabSz="623853" rtl="0" eaLnBrk="1" fontAlgn="base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r>
                <a:rPr kumimoji="0" lang="pt-BR" sz="2800" b="1" i="0" u="none" strike="noStrike" kern="1200" cap="none" spc="0" normalizeH="0" baseline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cs typeface="Times New Roman" pitchFamily="18" charset="0"/>
                </a:rPr>
                <a:t>Gestão</a:t>
              </a:r>
            </a:p>
          </p:txBody>
        </p:sp>
        <p:sp>
          <p:nvSpPr>
            <p:cNvPr id="28" name="Chevron 167">
              <a:extLst>
                <a:ext uri="{FF2B5EF4-FFF2-40B4-BE49-F238E27FC236}">
                  <a16:creationId xmlns:a16="http://schemas.microsoft.com/office/drawing/2014/main" id="{03D01471-1517-A5A3-75EC-05209B41D76C}"/>
                </a:ext>
              </a:extLst>
            </p:cNvPr>
            <p:cNvSpPr/>
            <p:nvPr/>
          </p:nvSpPr>
          <p:spPr bwMode="auto">
            <a:xfrm>
              <a:off x="20106079" y="-335768"/>
              <a:ext cx="816400" cy="990509"/>
            </a:xfrm>
            <a:prstGeom prst="homePlate">
              <a:avLst>
                <a:gd name="adj" fmla="val 32073"/>
              </a:avLst>
            </a:prstGeom>
            <a:solidFill>
              <a:srgbClr val="FFFFFF">
                <a:lumMod val="85000"/>
                <a:alpha val="90000"/>
              </a:srgbClr>
            </a:solidFill>
            <a:ln>
              <a:noFill/>
            </a:ln>
            <a:effectLst/>
          </p:spPr>
          <p:txBody>
            <a:bodyPr wrap="square" lIns="91440" tIns="45715" rIns="0" bIns="45715" rtlCol="0" anchor="ctr">
              <a:noAutofit/>
            </a:bodyPr>
            <a:lstStyle/>
            <a:p>
              <a:pPr defTabSz="623853" rtl="0" fontAlgn="base">
                <a:spcBef>
                  <a:spcPts val="600"/>
                </a:spcBef>
                <a:spcAft>
                  <a:spcPts val="600"/>
                </a:spcAft>
                <a:buClr>
                  <a:srgbClr val="000000"/>
                </a:buClr>
              </a:pPr>
              <a:r>
                <a:rPr lang="pt-BR" sz="2800" b="1" kern="1200">
                  <a:solidFill>
                    <a:srgbClr val="FFFFFF"/>
                  </a:solidFill>
                  <a:latin typeface="Arial" charset="0"/>
                  <a:cs typeface="Times New Roman" pitchFamily="18" charset="0"/>
                </a:rPr>
                <a:t>Motivações</a:t>
              </a:r>
            </a:p>
          </p:txBody>
        </p:sp>
      </p:grpSp>
      <p:sp>
        <p:nvSpPr>
          <p:cNvPr id="4" name="CaixaDeTexto 3">
            <a:extLst>
              <a:ext uri="{FF2B5EF4-FFF2-40B4-BE49-F238E27FC236}">
                <a16:creationId xmlns:a16="http://schemas.microsoft.com/office/drawing/2014/main" id="{EB15A400-A773-81C0-F7BB-1448A5174E76}"/>
              </a:ext>
            </a:extLst>
          </p:cNvPr>
          <p:cNvSpPr txBox="1"/>
          <p:nvPr/>
        </p:nvSpPr>
        <p:spPr>
          <a:xfrm>
            <a:off x="21541099" y="12847344"/>
            <a:ext cx="2858945" cy="1159932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71437" tIns="71437" rIns="71437" bIns="71437" numCol="1" spcCol="38100" rtlCol="0" anchor="ctr">
            <a:spAutoFit/>
          </a:bodyPr>
          <a:lstStyle/>
          <a:p>
            <a:pPr marL="0" marR="0" indent="0" algn="ctr" defTabSz="5842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pt-BR" sz="6600" b="1" i="0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Aharoni" panose="02010803020104030203" pitchFamily="2" charset="-79"/>
                <a:cs typeface="Aharoni" panose="02010803020104030203" pitchFamily="2" charset="-79"/>
                <a:sym typeface="Helvetica Light"/>
              </a:rPr>
              <a:t>4/7</a:t>
            </a:r>
            <a:endParaRPr kumimoji="0" lang="pt-BR" sz="5400" b="1" i="0" u="none" strike="noStrike" cap="none" spc="0" normalizeH="0" baseline="0" dirty="0">
              <a:ln>
                <a:noFill/>
              </a:ln>
              <a:solidFill>
                <a:schemeClr val="bg1"/>
              </a:solidFill>
              <a:effectLst/>
              <a:uFillTx/>
              <a:latin typeface="Aharoni" panose="02010803020104030203" pitchFamily="2" charset="-79"/>
              <a:cs typeface="Aharoni" panose="02010803020104030203" pitchFamily="2" charset="-79"/>
              <a:sym typeface="Helvetica Light"/>
            </a:endParaRPr>
          </a:p>
        </p:txBody>
      </p:sp>
    </p:spTree>
    <p:extLst>
      <p:ext uri="{BB962C8B-B14F-4D97-AF65-F5344CB8AC3E}">
        <p14:creationId xmlns:p14="http://schemas.microsoft.com/office/powerpoint/2010/main" val="88649551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59E42BCF-C4F3-431D-B5C6-E14B3F26BBC0}"/>
              </a:ext>
            </a:extLst>
          </p:cNvPr>
          <p:cNvSpPr/>
          <p:nvPr/>
        </p:nvSpPr>
        <p:spPr>
          <a:xfrm>
            <a:off x="-24063" y="-274320"/>
            <a:ext cx="24534857" cy="14264640"/>
          </a:xfrm>
          <a:prstGeom prst="rect">
            <a:avLst/>
          </a:prstGeom>
          <a:solidFill>
            <a:srgbClr val="192D49"/>
          </a:solidFill>
          <a:ln w="12700" cap="flat">
            <a:noFill/>
            <a:miter lim="400000"/>
          </a:ln>
          <a:effectLst>
            <a:outerShdw blurRad="50800" dist="25400" dir="5400000" rotWithShape="0">
              <a:srgbClr val="000000">
                <a:alpha val="5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71437" tIns="71437" rIns="71437" bIns="71437" numCol="1" spcCol="38100" rtlCol="0" anchor="ctr">
            <a:spAutoFit/>
          </a:bodyPr>
          <a:lstStyle/>
          <a:p>
            <a:pPr marL="0" marR="0" indent="0" algn="ctr" defTabSz="5842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pt-BR" sz="3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+mn-ea"/>
              <a:cs typeface="+mn-cs"/>
              <a:sym typeface="Helvetica Light"/>
            </a:endParaRPr>
          </a:p>
        </p:txBody>
      </p:sp>
      <p:sp>
        <p:nvSpPr>
          <p:cNvPr id="3" name="Google Shape;67;p14">
            <a:extLst>
              <a:ext uri="{FF2B5EF4-FFF2-40B4-BE49-F238E27FC236}">
                <a16:creationId xmlns:a16="http://schemas.microsoft.com/office/drawing/2014/main" id="{284D1B1A-4CAA-6E18-30FD-6A32579818FB}"/>
              </a:ext>
            </a:extLst>
          </p:cNvPr>
          <p:cNvSpPr txBox="1"/>
          <p:nvPr/>
        </p:nvSpPr>
        <p:spPr>
          <a:xfrm>
            <a:off x="897856" y="512780"/>
            <a:ext cx="17955738" cy="1476788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182850" tIns="182850" rIns="182850" bIns="182850" anchor="t" anchorCtr="0">
            <a:noAutofit/>
          </a:bodyPr>
          <a:lstStyle/>
          <a:p>
            <a:pPr lvl="0" algn="l"/>
            <a:r>
              <a:rPr lang="pt-BR" sz="7200" dirty="0">
                <a:solidFill>
                  <a:srgbClr val="F48120"/>
                </a:solidFill>
                <a:latin typeface="Metropolis Black" panose="00000A00000000000000" pitchFamily="50" charset="0"/>
                <a:ea typeface="Exo"/>
                <a:cs typeface="Exo"/>
                <a:sym typeface="Exo"/>
              </a:rPr>
              <a:t>MUDANÇA DE ATITUDE</a:t>
            </a:r>
          </a:p>
        </p:txBody>
      </p:sp>
      <p:pic>
        <p:nvPicPr>
          <p:cNvPr id="5" name="Imagem 4" descr="Interface gráfica do usuário&#10;&#10;Descrição gerada automaticamente">
            <a:extLst>
              <a:ext uri="{FF2B5EF4-FFF2-40B4-BE49-F238E27FC236}">
                <a16:creationId xmlns:a16="http://schemas.microsoft.com/office/drawing/2014/main" id="{F0A29159-93C8-A696-7E54-9283FFDA456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09628" y="3912274"/>
            <a:ext cx="20411906" cy="9747875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6" name="Google Shape;67;p14">
            <a:extLst>
              <a:ext uri="{FF2B5EF4-FFF2-40B4-BE49-F238E27FC236}">
                <a16:creationId xmlns:a16="http://schemas.microsoft.com/office/drawing/2014/main" id="{BC693F76-0FF6-6489-BC45-67A1AED4C0C2}"/>
              </a:ext>
            </a:extLst>
          </p:cNvPr>
          <p:cNvSpPr txBox="1"/>
          <p:nvPr/>
        </p:nvSpPr>
        <p:spPr>
          <a:xfrm>
            <a:off x="897856" y="1239586"/>
            <a:ext cx="22980818" cy="2293674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182850" tIns="182850" rIns="182850" bIns="182850" anchor="t" anchorCtr="0">
            <a:noAutofit/>
          </a:bodyPr>
          <a:lstStyle/>
          <a:p>
            <a:pPr algn="l">
              <a:spcBef>
                <a:spcPts val="1800"/>
              </a:spcBef>
            </a:pPr>
            <a:r>
              <a:rPr lang="pt-BR" sz="3200" dirty="0">
                <a:solidFill>
                  <a:schemeClr val="bg1"/>
                </a:solidFill>
                <a:latin typeface="Calibri"/>
                <a:ea typeface="Calibri" panose="020F0502020204030204" pitchFamily="34" charset="0"/>
                <a:cs typeface="Times New Roman"/>
              </a:rPr>
              <a:t>A mudança de atitude dos colaboradores, é essencial </a:t>
            </a:r>
            <a:r>
              <a:rPr lang="pt-BR" sz="3200" dirty="0">
                <a:solidFill>
                  <a:schemeClr val="bg1"/>
                </a:solidFill>
                <a:latin typeface="Calibri"/>
                <a:ea typeface="+mn-lt"/>
                <a:cs typeface="+mn-lt"/>
              </a:rPr>
              <a:t>para a implementação bem-sucedida dos processos de transformação, o que envolve trabalhar com as pessoas a aceitação e assimilação das mudanças </a:t>
            </a:r>
            <a:r>
              <a:rPr lang="pt-BR" sz="3200" dirty="0">
                <a:solidFill>
                  <a:schemeClr val="bg1"/>
                </a:solidFill>
                <a:latin typeface="Calibri"/>
                <a:ea typeface="Calibri" panose="020F0502020204030204" pitchFamily="34" charset="0"/>
                <a:cs typeface="Times New Roman"/>
              </a:rPr>
              <a:t>por meio da educação dos usuários sobre práticas de segurança, tais como: não compartilhamento de senhas, orientação para não acessar links suspeitos, não divulgar informações confidenciais, entendimento sobre informações pessoais e sensíveis e responsabilização dos indivíduos.</a:t>
            </a:r>
          </a:p>
        </p:txBody>
      </p:sp>
      <p:grpSp>
        <p:nvGrpSpPr>
          <p:cNvPr id="12" name="Agrupar 11">
            <a:extLst>
              <a:ext uri="{FF2B5EF4-FFF2-40B4-BE49-F238E27FC236}">
                <a16:creationId xmlns:a16="http://schemas.microsoft.com/office/drawing/2014/main" id="{7DB6A5BE-93D6-3A54-0BE9-E57DF9DCD123}"/>
              </a:ext>
            </a:extLst>
          </p:cNvPr>
          <p:cNvGrpSpPr/>
          <p:nvPr/>
        </p:nvGrpSpPr>
        <p:grpSpPr>
          <a:xfrm>
            <a:off x="10916537" y="25177"/>
            <a:ext cx="13434657" cy="1033600"/>
            <a:chOff x="20106079" y="-335768"/>
            <a:chExt cx="4245186" cy="990509"/>
          </a:xfrm>
        </p:grpSpPr>
        <p:sp>
          <p:nvSpPr>
            <p:cNvPr id="13" name="Chevron 10">
              <a:extLst>
                <a:ext uri="{FF2B5EF4-FFF2-40B4-BE49-F238E27FC236}">
                  <a16:creationId xmlns:a16="http://schemas.microsoft.com/office/drawing/2014/main" id="{BED6C285-7FBB-7317-9960-8DC10B880F38}"/>
                </a:ext>
              </a:extLst>
            </p:cNvPr>
            <p:cNvSpPr/>
            <p:nvPr/>
          </p:nvSpPr>
          <p:spPr bwMode="auto">
            <a:xfrm>
              <a:off x="20844236" y="-335768"/>
              <a:ext cx="933577" cy="990509"/>
            </a:xfrm>
            <a:prstGeom prst="chevron">
              <a:avLst>
                <a:gd name="adj" fmla="val 31818"/>
              </a:avLst>
            </a:prstGeom>
            <a:solidFill>
              <a:srgbClr val="FFFFFF">
                <a:lumMod val="85000"/>
                <a:alpha val="90000"/>
              </a:srgbClr>
            </a:solidFill>
            <a:ln>
              <a:noFill/>
            </a:ln>
            <a:effectLst/>
          </p:spPr>
          <p:txBody>
            <a:bodyPr wrap="square" lIns="91440" tIns="45715" rIns="0" bIns="45715" rtlCol="0" anchor="ctr">
              <a:noAutofit/>
            </a:bodyPr>
            <a:lstStyle/>
            <a:p>
              <a:pPr defTabSz="623853" rtl="0" fontAlgn="base">
                <a:spcBef>
                  <a:spcPts val="600"/>
                </a:spcBef>
                <a:spcAft>
                  <a:spcPts val="600"/>
                </a:spcAft>
                <a:buClr>
                  <a:srgbClr val="000000"/>
                </a:buClr>
              </a:pPr>
              <a:r>
                <a:rPr lang="pt-BR" sz="2800" b="1" kern="1200">
                  <a:solidFill>
                    <a:srgbClr val="FFFFFF"/>
                  </a:solidFill>
                  <a:latin typeface="Arial" charset="0"/>
                  <a:cs typeface="Times New Roman" pitchFamily="18" charset="0"/>
                </a:rPr>
                <a:t>Desafios</a:t>
              </a:r>
            </a:p>
          </p:txBody>
        </p:sp>
        <p:sp>
          <p:nvSpPr>
            <p:cNvPr id="14" name="Chevron 12">
              <a:extLst>
                <a:ext uri="{FF2B5EF4-FFF2-40B4-BE49-F238E27FC236}">
                  <a16:creationId xmlns:a16="http://schemas.microsoft.com/office/drawing/2014/main" id="{3FAFE790-7BE1-9ADC-E398-25727296A389}"/>
                </a:ext>
              </a:extLst>
            </p:cNvPr>
            <p:cNvSpPr/>
            <p:nvPr/>
          </p:nvSpPr>
          <p:spPr bwMode="auto">
            <a:xfrm>
              <a:off x="21699520" y="-335768"/>
              <a:ext cx="933577" cy="990509"/>
            </a:xfrm>
            <a:prstGeom prst="chevron">
              <a:avLst>
                <a:gd name="adj" fmla="val 31818"/>
              </a:avLst>
            </a:prstGeom>
            <a:solidFill>
              <a:srgbClr val="FFFFFF">
                <a:lumMod val="85000"/>
                <a:alpha val="90000"/>
              </a:srgbClr>
            </a:solidFill>
            <a:ln>
              <a:noFill/>
            </a:ln>
            <a:effectLst/>
          </p:spPr>
          <p:txBody>
            <a:bodyPr wrap="square" lIns="91440" tIns="45715" rIns="0" bIns="45715" rtlCol="0" anchor="ctr">
              <a:noAutofit/>
            </a:bodyPr>
            <a:lstStyle/>
            <a:p>
              <a:pPr defTabSz="623853" rtl="0" fontAlgn="base">
                <a:spcBef>
                  <a:spcPts val="600"/>
                </a:spcBef>
                <a:spcAft>
                  <a:spcPts val="600"/>
                </a:spcAft>
                <a:buClr>
                  <a:srgbClr val="000000"/>
                </a:buClr>
              </a:pPr>
              <a:r>
                <a:rPr lang="pt-BR" sz="2800" b="1" kern="1200" dirty="0">
                  <a:solidFill>
                    <a:srgbClr val="FFFFFF"/>
                  </a:solidFill>
                  <a:latin typeface="Arial" charset="0"/>
                  <a:cs typeface="Times New Roman" pitchFamily="18" charset="0"/>
                </a:rPr>
                <a:t>Abrangência</a:t>
              </a:r>
            </a:p>
          </p:txBody>
        </p:sp>
        <p:sp>
          <p:nvSpPr>
            <p:cNvPr id="15" name="Chevron 14">
              <a:extLst>
                <a:ext uri="{FF2B5EF4-FFF2-40B4-BE49-F238E27FC236}">
                  <a16:creationId xmlns:a16="http://schemas.microsoft.com/office/drawing/2014/main" id="{4CE69D3E-1183-64D7-39B0-8ABB34FB6130}"/>
                </a:ext>
              </a:extLst>
            </p:cNvPr>
            <p:cNvSpPr/>
            <p:nvPr/>
          </p:nvSpPr>
          <p:spPr bwMode="auto">
            <a:xfrm>
              <a:off x="22562405" y="-335768"/>
              <a:ext cx="933577" cy="990509"/>
            </a:xfrm>
            <a:prstGeom prst="chevron">
              <a:avLst>
                <a:gd name="adj" fmla="val 31818"/>
              </a:avLst>
            </a:prstGeom>
            <a:solidFill>
              <a:srgbClr val="F48120">
                <a:alpha val="90000"/>
              </a:srgbClr>
            </a:solidFill>
            <a:ln>
              <a:noFill/>
            </a:ln>
            <a:effectLst/>
          </p:spPr>
          <p:txBody>
            <a:bodyPr wrap="square" lIns="91440" tIns="45715" rIns="0" bIns="45715" rtlCol="0" anchor="ctr">
              <a:noAutofit/>
            </a:bodyPr>
            <a:lstStyle/>
            <a:p>
              <a:pPr defTabSz="623853" rtl="0" fontAlgn="base">
                <a:spcBef>
                  <a:spcPts val="600"/>
                </a:spcBef>
                <a:spcAft>
                  <a:spcPts val="600"/>
                </a:spcAft>
                <a:buClr>
                  <a:srgbClr val="000000"/>
                </a:buClr>
              </a:pPr>
              <a:r>
                <a:rPr lang="pt-BR" sz="2800" b="1" kern="1200" dirty="0">
                  <a:solidFill>
                    <a:srgbClr val="FFFFFF"/>
                  </a:solidFill>
                  <a:latin typeface="Arial" charset="0"/>
                  <a:cs typeface="Times New Roman" pitchFamily="18" charset="0"/>
                </a:rPr>
                <a:t>Método</a:t>
              </a:r>
            </a:p>
          </p:txBody>
        </p:sp>
        <p:sp>
          <p:nvSpPr>
            <p:cNvPr id="16" name="Chevron 17">
              <a:extLst>
                <a:ext uri="{FF2B5EF4-FFF2-40B4-BE49-F238E27FC236}">
                  <a16:creationId xmlns:a16="http://schemas.microsoft.com/office/drawing/2014/main" id="{965B1A08-65F4-FDFE-4505-6D8006337324}"/>
                </a:ext>
              </a:extLst>
            </p:cNvPr>
            <p:cNvSpPr/>
            <p:nvPr/>
          </p:nvSpPr>
          <p:spPr bwMode="auto">
            <a:xfrm>
              <a:off x="23417688" y="-335768"/>
              <a:ext cx="933577" cy="990509"/>
            </a:xfrm>
            <a:prstGeom prst="chevron">
              <a:avLst>
                <a:gd name="adj" fmla="val 31818"/>
              </a:avLst>
            </a:prstGeom>
            <a:solidFill>
              <a:srgbClr val="FFFFFF">
                <a:lumMod val="85000"/>
                <a:alpha val="90000"/>
              </a:srgbClr>
            </a:solidFill>
            <a:ln>
              <a:noFill/>
            </a:ln>
            <a:effectLst/>
          </p:spPr>
          <p:txBody>
            <a:bodyPr wrap="square" lIns="91440" tIns="45715" rIns="0" bIns="45715" rtlCol="0" anchor="ctr">
              <a:noAutofit/>
            </a:bodyPr>
            <a:lstStyle/>
            <a:p>
              <a:pPr marL="0" marR="0" lvl="0" indent="0" defTabSz="623853" rtl="0" eaLnBrk="1" fontAlgn="base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r>
                <a:rPr kumimoji="0" lang="pt-BR" sz="2800" b="1" i="0" u="none" strike="noStrike" kern="1200" cap="none" spc="0" normalizeH="0" baseline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cs typeface="Times New Roman" pitchFamily="18" charset="0"/>
                </a:rPr>
                <a:t>Gestão</a:t>
              </a:r>
            </a:p>
          </p:txBody>
        </p:sp>
        <p:sp>
          <p:nvSpPr>
            <p:cNvPr id="17" name="Chevron 167">
              <a:extLst>
                <a:ext uri="{FF2B5EF4-FFF2-40B4-BE49-F238E27FC236}">
                  <a16:creationId xmlns:a16="http://schemas.microsoft.com/office/drawing/2014/main" id="{069F4729-96EF-0E4B-306A-D4779B1C8635}"/>
                </a:ext>
              </a:extLst>
            </p:cNvPr>
            <p:cNvSpPr/>
            <p:nvPr/>
          </p:nvSpPr>
          <p:spPr bwMode="auto">
            <a:xfrm>
              <a:off x="20106079" y="-335768"/>
              <a:ext cx="816400" cy="990509"/>
            </a:xfrm>
            <a:prstGeom prst="homePlate">
              <a:avLst>
                <a:gd name="adj" fmla="val 32073"/>
              </a:avLst>
            </a:prstGeom>
            <a:solidFill>
              <a:srgbClr val="FFFFFF">
                <a:lumMod val="85000"/>
                <a:alpha val="90000"/>
              </a:srgbClr>
            </a:solidFill>
            <a:ln>
              <a:noFill/>
            </a:ln>
            <a:effectLst/>
          </p:spPr>
          <p:txBody>
            <a:bodyPr wrap="square" lIns="91440" tIns="45715" rIns="0" bIns="45715" rtlCol="0" anchor="ctr">
              <a:noAutofit/>
            </a:bodyPr>
            <a:lstStyle/>
            <a:p>
              <a:pPr defTabSz="623853" rtl="0" fontAlgn="base">
                <a:spcBef>
                  <a:spcPts val="600"/>
                </a:spcBef>
                <a:spcAft>
                  <a:spcPts val="600"/>
                </a:spcAft>
                <a:buClr>
                  <a:srgbClr val="000000"/>
                </a:buClr>
              </a:pPr>
              <a:r>
                <a:rPr lang="pt-BR" sz="2800" b="1" kern="1200">
                  <a:solidFill>
                    <a:srgbClr val="FFFFFF"/>
                  </a:solidFill>
                  <a:latin typeface="Arial" charset="0"/>
                  <a:cs typeface="Times New Roman" pitchFamily="18" charset="0"/>
                </a:rPr>
                <a:t>Motivações</a:t>
              </a:r>
            </a:p>
          </p:txBody>
        </p:sp>
      </p:grpSp>
      <p:sp>
        <p:nvSpPr>
          <p:cNvPr id="4" name="CaixaDeTexto 3">
            <a:extLst>
              <a:ext uri="{FF2B5EF4-FFF2-40B4-BE49-F238E27FC236}">
                <a16:creationId xmlns:a16="http://schemas.microsoft.com/office/drawing/2014/main" id="{003FFD44-F5CF-AA77-8CF9-50772EB6D07E}"/>
              </a:ext>
            </a:extLst>
          </p:cNvPr>
          <p:cNvSpPr txBox="1"/>
          <p:nvPr/>
        </p:nvSpPr>
        <p:spPr>
          <a:xfrm>
            <a:off x="21541099" y="12847344"/>
            <a:ext cx="2858945" cy="1159932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71437" tIns="71437" rIns="71437" bIns="71437" numCol="1" spcCol="38100" rtlCol="0" anchor="ctr">
            <a:spAutoFit/>
          </a:bodyPr>
          <a:lstStyle/>
          <a:p>
            <a:pPr marL="0" marR="0" indent="0" algn="ctr" defTabSz="5842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pt-BR" sz="6600" b="1" i="0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Aharoni" panose="02010803020104030203" pitchFamily="2" charset="-79"/>
                <a:cs typeface="Aharoni" panose="02010803020104030203" pitchFamily="2" charset="-79"/>
                <a:sym typeface="Helvetica Light"/>
              </a:rPr>
              <a:t>5/7</a:t>
            </a:r>
            <a:endParaRPr kumimoji="0" lang="pt-BR" sz="5400" b="1" i="0" u="none" strike="noStrike" cap="none" spc="0" normalizeH="0" baseline="0" dirty="0">
              <a:ln>
                <a:noFill/>
              </a:ln>
              <a:solidFill>
                <a:schemeClr val="bg1"/>
              </a:solidFill>
              <a:effectLst/>
              <a:uFillTx/>
              <a:latin typeface="Aharoni" panose="02010803020104030203" pitchFamily="2" charset="-79"/>
              <a:cs typeface="Aharoni" panose="02010803020104030203" pitchFamily="2" charset="-79"/>
              <a:sym typeface="Helvetica Light"/>
            </a:endParaRPr>
          </a:p>
        </p:txBody>
      </p:sp>
    </p:spTree>
    <p:extLst>
      <p:ext uri="{BB962C8B-B14F-4D97-AF65-F5344CB8AC3E}">
        <p14:creationId xmlns:p14="http://schemas.microsoft.com/office/powerpoint/2010/main" val="423234146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59E42BCF-C4F3-431D-B5C6-E14B3F26BBC0}"/>
              </a:ext>
            </a:extLst>
          </p:cNvPr>
          <p:cNvSpPr/>
          <p:nvPr/>
        </p:nvSpPr>
        <p:spPr>
          <a:xfrm>
            <a:off x="-24063" y="-274320"/>
            <a:ext cx="24534857" cy="14264640"/>
          </a:xfrm>
          <a:prstGeom prst="rect">
            <a:avLst/>
          </a:prstGeom>
          <a:solidFill>
            <a:srgbClr val="192D49"/>
          </a:solidFill>
          <a:ln w="12700" cap="flat">
            <a:noFill/>
            <a:miter lim="400000"/>
          </a:ln>
          <a:effectLst>
            <a:outerShdw blurRad="50800" dist="25400" dir="5400000" rotWithShape="0">
              <a:srgbClr val="000000">
                <a:alpha val="5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71437" tIns="71437" rIns="71437" bIns="71437" numCol="1" spcCol="38100" rtlCol="0" anchor="ctr">
            <a:spAutoFit/>
          </a:bodyPr>
          <a:lstStyle/>
          <a:p>
            <a:pPr marL="0" marR="0" indent="0" algn="ctr" defTabSz="5842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pt-BR" sz="3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+mn-ea"/>
              <a:cs typeface="+mn-cs"/>
              <a:sym typeface="Helvetica Light"/>
            </a:endParaRPr>
          </a:p>
        </p:txBody>
      </p:sp>
      <p:sp>
        <p:nvSpPr>
          <p:cNvPr id="3" name="Google Shape;67;p14">
            <a:extLst>
              <a:ext uri="{FF2B5EF4-FFF2-40B4-BE49-F238E27FC236}">
                <a16:creationId xmlns:a16="http://schemas.microsoft.com/office/drawing/2014/main" id="{284D1B1A-4CAA-6E18-30FD-6A32579818FB}"/>
              </a:ext>
            </a:extLst>
          </p:cNvPr>
          <p:cNvSpPr txBox="1"/>
          <p:nvPr/>
        </p:nvSpPr>
        <p:spPr>
          <a:xfrm>
            <a:off x="897856" y="512780"/>
            <a:ext cx="17955738" cy="1476788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182850" tIns="182850" rIns="182850" bIns="182850" anchor="t" anchorCtr="0">
            <a:noAutofit/>
          </a:bodyPr>
          <a:lstStyle/>
          <a:p>
            <a:pPr lvl="0" algn="l"/>
            <a:r>
              <a:rPr lang="pt-BR" sz="7200" dirty="0">
                <a:solidFill>
                  <a:srgbClr val="F48120"/>
                </a:solidFill>
                <a:latin typeface="Metropolis Black" panose="00000A00000000000000" pitchFamily="50" charset="0"/>
                <a:ea typeface="Exo"/>
                <a:cs typeface="Exo"/>
                <a:sym typeface="Exo"/>
              </a:rPr>
              <a:t>PLATAFORMA</a:t>
            </a:r>
          </a:p>
        </p:txBody>
      </p:sp>
      <p:pic>
        <p:nvPicPr>
          <p:cNvPr id="5" name="Imagem 4" descr="Interface gráfica do usuário, Aplicativo&#10;&#10;Descrição gerada automaticamente">
            <a:extLst>
              <a:ext uri="{FF2B5EF4-FFF2-40B4-BE49-F238E27FC236}">
                <a16:creationId xmlns:a16="http://schemas.microsoft.com/office/drawing/2014/main" id="{F63E0487-1BF7-6EB7-66CA-D54DFE2C7E6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98821" y="3605380"/>
            <a:ext cx="17734547" cy="9740009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6" name="Google Shape;67;p14">
            <a:extLst>
              <a:ext uri="{FF2B5EF4-FFF2-40B4-BE49-F238E27FC236}">
                <a16:creationId xmlns:a16="http://schemas.microsoft.com/office/drawing/2014/main" id="{CBAC5C20-A0E9-5200-FD24-B0802254C0D0}"/>
              </a:ext>
            </a:extLst>
          </p:cNvPr>
          <p:cNvSpPr txBox="1"/>
          <p:nvPr/>
        </p:nvSpPr>
        <p:spPr>
          <a:xfrm>
            <a:off x="897856" y="1436120"/>
            <a:ext cx="22980818" cy="2293674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182850" tIns="182850" rIns="182850" bIns="182850" anchor="t" anchorCtr="0">
            <a:noAutofit/>
          </a:bodyPr>
          <a:lstStyle/>
          <a:p>
            <a:pPr lvl="0" algn="l">
              <a:spcBef>
                <a:spcPts val="1800"/>
              </a:spcBef>
            </a:pPr>
            <a:r>
              <a:rPr lang="pt-BR" sz="3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 plataforma permite que os colaboradores tenham autonomia nas suas formações seguindo as trilhas pré-definidas e podendo acessar conteúdos disponíveis no catálogo de formações. O estímulo e engajamento pode ser obtido através da gamificação e reconhecimentos para os melhores colocados.</a:t>
            </a:r>
          </a:p>
        </p:txBody>
      </p:sp>
      <p:grpSp>
        <p:nvGrpSpPr>
          <p:cNvPr id="12" name="Agrupar 11">
            <a:extLst>
              <a:ext uri="{FF2B5EF4-FFF2-40B4-BE49-F238E27FC236}">
                <a16:creationId xmlns:a16="http://schemas.microsoft.com/office/drawing/2014/main" id="{4CE55ABB-4DEC-A5B4-76DB-1DCED8AB1EB6}"/>
              </a:ext>
            </a:extLst>
          </p:cNvPr>
          <p:cNvGrpSpPr/>
          <p:nvPr/>
        </p:nvGrpSpPr>
        <p:grpSpPr>
          <a:xfrm>
            <a:off x="10916537" y="25177"/>
            <a:ext cx="13434657" cy="1033600"/>
            <a:chOff x="20106079" y="-335768"/>
            <a:chExt cx="4245186" cy="990509"/>
          </a:xfrm>
        </p:grpSpPr>
        <p:sp>
          <p:nvSpPr>
            <p:cNvPr id="13" name="Chevron 10">
              <a:extLst>
                <a:ext uri="{FF2B5EF4-FFF2-40B4-BE49-F238E27FC236}">
                  <a16:creationId xmlns:a16="http://schemas.microsoft.com/office/drawing/2014/main" id="{9AA6E8A1-C04A-4ED2-9886-A2A6A890A5F4}"/>
                </a:ext>
              </a:extLst>
            </p:cNvPr>
            <p:cNvSpPr/>
            <p:nvPr/>
          </p:nvSpPr>
          <p:spPr bwMode="auto">
            <a:xfrm>
              <a:off x="20844236" y="-335768"/>
              <a:ext cx="933577" cy="990509"/>
            </a:xfrm>
            <a:prstGeom prst="chevron">
              <a:avLst>
                <a:gd name="adj" fmla="val 31818"/>
              </a:avLst>
            </a:prstGeom>
            <a:solidFill>
              <a:srgbClr val="FFFFFF">
                <a:lumMod val="85000"/>
                <a:alpha val="90000"/>
              </a:srgbClr>
            </a:solidFill>
            <a:ln>
              <a:noFill/>
            </a:ln>
            <a:effectLst/>
          </p:spPr>
          <p:txBody>
            <a:bodyPr wrap="square" lIns="91440" tIns="45715" rIns="0" bIns="45715" rtlCol="0" anchor="ctr">
              <a:noAutofit/>
            </a:bodyPr>
            <a:lstStyle/>
            <a:p>
              <a:pPr defTabSz="623853" rtl="0" fontAlgn="base">
                <a:spcBef>
                  <a:spcPts val="600"/>
                </a:spcBef>
                <a:spcAft>
                  <a:spcPts val="600"/>
                </a:spcAft>
                <a:buClr>
                  <a:srgbClr val="000000"/>
                </a:buClr>
              </a:pPr>
              <a:r>
                <a:rPr lang="pt-BR" sz="2800" b="1" kern="1200">
                  <a:solidFill>
                    <a:srgbClr val="FFFFFF"/>
                  </a:solidFill>
                  <a:latin typeface="Arial" charset="0"/>
                  <a:cs typeface="Times New Roman" pitchFamily="18" charset="0"/>
                </a:rPr>
                <a:t>Desafios</a:t>
              </a:r>
            </a:p>
          </p:txBody>
        </p:sp>
        <p:sp>
          <p:nvSpPr>
            <p:cNvPr id="14" name="Chevron 12">
              <a:extLst>
                <a:ext uri="{FF2B5EF4-FFF2-40B4-BE49-F238E27FC236}">
                  <a16:creationId xmlns:a16="http://schemas.microsoft.com/office/drawing/2014/main" id="{83D789A3-6D71-3891-AA9E-50E5209ED0BA}"/>
                </a:ext>
              </a:extLst>
            </p:cNvPr>
            <p:cNvSpPr/>
            <p:nvPr/>
          </p:nvSpPr>
          <p:spPr bwMode="auto">
            <a:xfrm>
              <a:off x="21699520" y="-335768"/>
              <a:ext cx="933577" cy="990509"/>
            </a:xfrm>
            <a:prstGeom prst="chevron">
              <a:avLst>
                <a:gd name="adj" fmla="val 31818"/>
              </a:avLst>
            </a:prstGeom>
            <a:solidFill>
              <a:srgbClr val="FFFFFF">
                <a:lumMod val="85000"/>
                <a:alpha val="90000"/>
              </a:srgbClr>
            </a:solidFill>
            <a:ln>
              <a:noFill/>
            </a:ln>
            <a:effectLst/>
          </p:spPr>
          <p:txBody>
            <a:bodyPr wrap="square" lIns="91440" tIns="45715" rIns="0" bIns="45715" rtlCol="0" anchor="ctr">
              <a:noAutofit/>
            </a:bodyPr>
            <a:lstStyle/>
            <a:p>
              <a:pPr defTabSz="623853" rtl="0" fontAlgn="base">
                <a:spcBef>
                  <a:spcPts val="600"/>
                </a:spcBef>
                <a:spcAft>
                  <a:spcPts val="600"/>
                </a:spcAft>
                <a:buClr>
                  <a:srgbClr val="000000"/>
                </a:buClr>
              </a:pPr>
              <a:r>
                <a:rPr lang="pt-BR" sz="2800" b="1" kern="1200" dirty="0">
                  <a:solidFill>
                    <a:srgbClr val="FFFFFF"/>
                  </a:solidFill>
                  <a:latin typeface="Arial" charset="0"/>
                  <a:cs typeface="Times New Roman" pitchFamily="18" charset="0"/>
                </a:rPr>
                <a:t>Abrangência</a:t>
              </a:r>
            </a:p>
          </p:txBody>
        </p:sp>
        <p:sp>
          <p:nvSpPr>
            <p:cNvPr id="15" name="Chevron 14">
              <a:extLst>
                <a:ext uri="{FF2B5EF4-FFF2-40B4-BE49-F238E27FC236}">
                  <a16:creationId xmlns:a16="http://schemas.microsoft.com/office/drawing/2014/main" id="{B5FD813E-0DFB-4AA9-A501-1535E413CEA5}"/>
                </a:ext>
              </a:extLst>
            </p:cNvPr>
            <p:cNvSpPr/>
            <p:nvPr/>
          </p:nvSpPr>
          <p:spPr bwMode="auto">
            <a:xfrm>
              <a:off x="22562405" y="-335768"/>
              <a:ext cx="933577" cy="990509"/>
            </a:xfrm>
            <a:prstGeom prst="chevron">
              <a:avLst>
                <a:gd name="adj" fmla="val 31818"/>
              </a:avLst>
            </a:prstGeom>
            <a:solidFill>
              <a:srgbClr val="F48120">
                <a:alpha val="90000"/>
              </a:srgbClr>
            </a:solidFill>
            <a:ln>
              <a:noFill/>
            </a:ln>
            <a:effectLst/>
          </p:spPr>
          <p:txBody>
            <a:bodyPr wrap="square" lIns="91440" tIns="45715" rIns="0" bIns="45715" rtlCol="0" anchor="ctr">
              <a:noAutofit/>
            </a:bodyPr>
            <a:lstStyle/>
            <a:p>
              <a:pPr defTabSz="623853" rtl="0" fontAlgn="base">
                <a:spcBef>
                  <a:spcPts val="600"/>
                </a:spcBef>
                <a:spcAft>
                  <a:spcPts val="600"/>
                </a:spcAft>
                <a:buClr>
                  <a:srgbClr val="000000"/>
                </a:buClr>
              </a:pPr>
              <a:r>
                <a:rPr lang="pt-BR" sz="2800" b="1" kern="1200" dirty="0">
                  <a:solidFill>
                    <a:srgbClr val="FFFFFF"/>
                  </a:solidFill>
                  <a:latin typeface="Arial" charset="0"/>
                  <a:cs typeface="Times New Roman" pitchFamily="18" charset="0"/>
                </a:rPr>
                <a:t>Método</a:t>
              </a:r>
            </a:p>
          </p:txBody>
        </p:sp>
        <p:sp>
          <p:nvSpPr>
            <p:cNvPr id="16" name="Chevron 17">
              <a:extLst>
                <a:ext uri="{FF2B5EF4-FFF2-40B4-BE49-F238E27FC236}">
                  <a16:creationId xmlns:a16="http://schemas.microsoft.com/office/drawing/2014/main" id="{D5178FD8-046C-EBC6-D1EA-B49F91F7A0D9}"/>
                </a:ext>
              </a:extLst>
            </p:cNvPr>
            <p:cNvSpPr/>
            <p:nvPr/>
          </p:nvSpPr>
          <p:spPr bwMode="auto">
            <a:xfrm>
              <a:off x="23417688" y="-335768"/>
              <a:ext cx="933577" cy="990509"/>
            </a:xfrm>
            <a:prstGeom prst="chevron">
              <a:avLst>
                <a:gd name="adj" fmla="val 31818"/>
              </a:avLst>
            </a:prstGeom>
            <a:solidFill>
              <a:srgbClr val="FFFFFF">
                <a:lumMod val="85000"/>
                <a:alpha val="90000"/>
              </a:srgbClr>
            </a:solidFill>
            <a:ln>
              <a:noFill/>
            </a:ln>
            <a:effectLst/>
          </p:spPr>
          <p:txBody>
            <a:bodyPr wrap="square" lIns="91440" tIns="45715" rIns="0" bIns="45715" rtlCol="0" anchor="ctr">
              <a:noAutofit/>
            </a:bodyPr>
            <a:lstStyle/>
            <a:p>
              <a:pPr marL="0" marR="0" lvl="0" indent="0" defTabSz="623853" rtl="0" eaLnBrk="1" fontAlgn="base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r>
                <a:rPr kumimoji="0" lang="pt-BR" sz="2800" b="1" i="0" u="none" strike="noStrike" kern="1200" cap="none" spc="0" normalizeH="0" baseline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cs typeface="Times New Roman" pitchFamily="18" charset="0"/>
                </a:rPr>
                <a:t>Gestão</a:t>
              </a:r>
            </a:p>
          </p:txBody>
        </p:sp>
        <p:sp>
          <p:nvSpPr>
            <p:cNvPr id="17" name="Chevron 167">
              <a:extLst>
                <a:ext uri="{FF2B5EF4-FFF2-40B4-BE49-F238E27FC236}">
                  <a16:creationId xmlns:a16="http://schemas.microsoft.com/office/drawing/2014/main" id="{21996E17-B192-F33C-5ADB-1DB66755F610}"/>
                </a:ext>
              </a:extLst>
            </p:cNvPr>
            <p:cNvSpPr/>
            <p:nvPr/>
          </p:nvSpPr>
          <p:spPr bwMode="auto">
            <a:xfrm>
              <a:off x="20106079" y="-335768"/>
              <a:ext cx="816400" cy="990509"/>
            </a:xfrm>
            <a:prstGeom prst="homePlate">
              <a:avLst>
                <a:gd name="adj" fmla="val 32073"/>
              </a:avLst>
            </a:prstGeom>
            <a:solidFill>
              <a:srgbClr val="FFFFFF">
                <a:lumMod val="85000"/>
                <a:alpha val="90000"/>
              </a:srgbClr>
            </a:solidFill>
            <a:ln>
              <a:noFill/>
            </a:ln>
            <a:effectLst/>
          </p:spPr>
          <p:txBody>
            <a:bodyPr wrap="square" lIns="91440" tIns="45715" rIns="0" bIns="45715" rtlCol="0" anchor="ctr">
              <a:noAutofit/>
            </a:bodyPr>
            <a:lstStyle/>
            <a:p>
              <a:pPr defTabSz="623853" rtl="0" fontAlgn="base">
                <a:spcBef>
                  <a:spcPts val="600"/>
                </a:spcBef>
                <a:spcAft>
                  <a:spcPts val="600"/>
                </a:spcAft>
                <a:buClr>
                  <a:srgbClr val="000000"/>
                </a:buClr>
              </a:pPr>
              <a:r>
                <a:rPr lang="pt-BR" sz="2800" b="1" kern="1200">
                  <a:solidFill>
                    <a:srgbClr val="FFFFFF"/>
                  </a:solidFill>
                  <a:latin typeface="Arial" charset="0"/>
                  <a:cs typeface="Times New Roman" pitchFamily="18" charset="0"/>
                </a:rPr>
                <a:t>Motivações</a:t>
              </a:r>
            </a:p>
          </p:txBody>
        </p:sp>
      </p:grpSp>
      <p:sp>
        <p:nvSpPr>
          <p:cNvPr id="4" name="CaixaDeTexto 3">
            <a:extLst>
              <a:ext uri="{FF2B5EF4-FFF2-40B4-BE49-F238E27FC236}">
                <a16:creationId xmlns:a16="http://schemas.microsoft.com/office/drawing/2014/main" id="{2B6DEAC4-FCBE-73A0-D012-73F498D01728}"/>
              </a:ext>
            </a:extLst>
          </p:cNvPr>
          <p:cNvSpPr txBox="1"/>
          <p:nvPr/>
        </p:nvSpPr>
        <p:spPr>
          <a:xfrm>
            <a:off x="21541099" y="12847344"/>
            <a:ext cx="2858945" cy="1159932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71437" tIns="71437" rIns="71437" bIns="71437" numCol="1" spcCol="38100" rtlCol="0" anchor="ctr">
            <a:spAutoFit/>
          </a:bodyPr>
          <a:lstStyle/>
          <a:p>
            <a:pPr marL="0" marR="0" indent="0" algn="ctr" defTabSz="5842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pt-BR" sz="6600" b="1" i="0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Aharoni" panose="02010803020104030203" pitchFamily="2" charset="-79"/>
                <a:cs typeface="Aharoni" panose="02010803020104030203" pitchFamily="2" charset="-79"/>
                <a:sym typeface="Helvetica Light"/>
              </a:rPr>
              <a:t>6/7</a:t>
            </a:r>
            <a:endParaRPr kumimoji="0" lang="pt-BR" sz="5400" b="1" i="0" u="none" strike="noStrike" cap="none" spc="0" normalizeH="0" baseline="0" dirty="0">
              <a:ln>
                <a:noFill/>
              </a:ln>
              <a:solidFill>
                <a:schemeClr val="bg1"/>
              </a:solidFill>
              <a:effectLst/>
              <a:uFillTx/>
              <a:latin typeface="Aharoni" panose="02010803020104030203" pitchFamily="2" charset="-79"/>
              <a:cs typeface="Aharoni" panose="02010803020104030203" pitchFamily="2" charset="-79"/>
              <a:sym typeface="Helvetica Light"/>
            </a:endParaRPr>
          </a:p>
        </p:txBody>
      </p:sp>
    </p:spTree>
    <p:extLst>
      <p:ext uri="{BB962C8B-B14F-4D97-AF65-F5344CB8AC3E}">
        <p14:creationId xmlns:p14="http://schemas.microsoft.com/office/powerpoint/2010/main" val="17709452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59E42BCF-C4F3-431D-B5C6-E14B3F26BBC0}"/>
              </a:ext>
            </a:extLst>
          </p:cNvPr>
          <p:cNvSpPr/>
          <p:nvPr/>
        </p:nvSpPr>
        <p:spPr>
          <a:xfrm>
            <a:off x="-24063" y="-274320"/>
            <a:ext cx="24534857" cy="14264640"/>
          </a:xfrm>
          <a:prstGeom prst="rect">
            <a:avLst/>
          </a:prstGeom>
          <a:solidFill>
            <a:srgbClr val="192D49"/>
          </a:solidFill>
          <a:ln w="12700" cap="flat">
            <a:noFill/>
            <a:miter lim="400000"/>
          </a:ln>
          <a:effectLst>
            <a:outerShdw blurRad="50800" dist="25400" dir="5400000" rotWithShape="0">
              <a:srgbClr val="000000">
                <a:alpha val="5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71437" tIns="71437" rIns="71437" bIns="71437" numCol="1" spcCol="38100" rtlCol="0" anchor="ctr">
            <a:spAutoFit/>
          </a:bodyPr>
          <a:lstStyle/>
          <a:p>
            <a:pPr marL="0" marR="0" indent="0" algn="ctr" defTabSz="5842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pt-BR" sz="3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+mn-ea"/>
              <a:cs typeface="+mn-cs"/>
              <a:sym typeface="Helvetica Light"/>
            </a:endParaRPr>
          </a:p>
        </p:txBody>
      </p:sp>
      <p:sp>
        <p:nvSpPr>
          <p:cNvPr id="3" name="Google Shape;67;p14">
            <a:extLst>
              <a:ext uri="{FF2B5EF4-FFF2-40B4-BE49-F238E27FC236}">
                <a16:creationId xmlns:a16="http://schemas.microsoft.com/office/drawing/2014/main" id="{284D1B1A-4CAA-6E18-30FD-6A32579818FB}"/>
              </a:ext>
            </a:extLst>
          </p:cNvPr>
          <p:cNvSpPr txBox="1"/>
          <p:nvPr/>
        </p:nvSpPr>
        <p:spPr>
          <a:xfrm>
            <a:off x="897856" y="512780"/>
            <a:ext cx="17955738" cy="1476788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182850" tIns="182850" rIns="182850" bIns="182850" anchor="t" anchorCtr="0">
            <a:noAutofit/>
          </a:bodyPr>
          <a:lstStyle/>
          <a:p>
            <a:pPr lvl="0" algn="l"/>
            <a:r>
              <a:rPr lang="pt-BR" sz="6000" dirty="0">
                <a:solidFill>
                  <a:srgbClr val="F48120"/>
                </a:solidFill>
                <a:latin typeface="Metropolis Black" panose="00000A00000000000000" pitchFamily="50" charset="0"/>
                <a:ea typeface="Exo"/>
                <a:cs typeface="Exo"/>
                <a:sym typeface="Exo"/>
              </a:rPr>
              <a:t>JORNADA DO COLABORADOR</a:t>
            </a:r>
          </a:p>
        </p:txBody>
      </p:sp>
      <p:sp>
        <p:nvSpPr>
          <p:cNvPr id="12" name="Google Shape;67;p14">
            <a:extLst>
              <a:ext uri="{FF2B5EF4-FFF2-40B4-BE49-F238E27FC236}">
                <a16:creationId xmlns:a16="http://schemas.microsoft.com/office/drawing/2014/main" id="{10211287-0C68-1A25-78B3-DC86D3020DC9}"/>
              </a:ext>
            </a:extLst>
          </p:cNvPr>
          <p:cNvSpPr txBox="1"/>
          <p:nvPr/>
        </p:nvSpPr>
        <p:spPr>
          <a:xfrm>
            <a:off x="897856" y="1436120"/>
            <a:ext cx="22980818" cy="2293674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182850" tIns="182850" rIns="182850" bIns="182850" anchor="t" anchorCtr="0">
            <a:noAutofit/>
          </a:bodyPr>
          <a:lstStyle/>
          <a:p>
            <a:pPr lvl="0" algn="l">
              <a:spcBef>
                <a:spcPts val="1800"/>
              </a:spcBef>
            </a:pPr>
            <a:r>
              <a:rPr lang="pt-BR" sz="3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 colaborador é apresentado as políticas e práticas de privacidade e segurança desde seu ingresso na empresa. A plataforma com os conteúdos são disponibilizados e vários fatores de estímulo são realizados através de interações com profissionais que podem esclarecer as dúvidas sobre os conteúdos e plataforma utilizada.</a:t>
            </a:r>
          </a:p>
        </p:txBody>
      </p:sp>
      <p:grpSp>
        <p:nvGrpSpPr>
          <p:cNvPr id="18" name="Agrupar 17">
            <a:extLst>
              <a:ext uri="{FF2B5EF4-FFF2-40B4-BE49-F238E27FC236}">
                <a16:creationId xmlns:a16="http://schemas.microsoft.com/office/drawing/2014/main" id="{6ACA116A-6B66-81E8-A277-03589FFF4DF5}"/>
              </a:ext>
            </a:extLst>
          </p:cNvPr>
          <p:cNvGrpSpPr/>
          <p:nvPr/>
        </p:nvGrpSpPr>
        <p:grpSpPr>
          <a:xfrm>
            <a:off x="10916537" y="25177"/>
            <a:ext cx="13434657" cy="1033600"/>
            <a:chOff x="20106079" y="-335768"/>
            <a:chExt cx="4245186" cy="990509"/>
          </a:xfrm>
        </p:grpSpPr>
        <p:sp>
          <p:nvSpPr>
            <p:cNvPr id="19" name="Chevron 10">
              <a:extLst>
                <a:ext uri="{FF2B5EF4-FFF2-40B4-BE49-F238E27FC236}">
                  <a16:creationId xmlns:a16="http://schemas.microsoft.com/office/drawing/2014/main" id="{A37650B1-D576-49CB-6BC1-C22446AD8166}"/>
                </a:ext>
              </a:extLst>
            </p:cNvPr>
            <p:cNvSpPr/>
            <p:nvPr/>
          </p:nvSpPr>
          <p:spPr bwMode="auto">
            <a:xfrm>
              <a:off x="20844236" y="-335768"/>
              <a:ext cx="933577" cy="990509"/>
            </a:xfrm>
            <a:prstGeom prst="chevron">
              <a:avLst>
                <a:gd name="adj" fmla="val 31818"/>
              </a:avLst>
            </a:prstGeom>
            <a:solidFill>
              <a:srgbClr val="FFFFFF">
                <a:lumMod val="85000"/>
                <a:alpha val="90000"/>
              </a:srgbClr>
            </a:solidFill>
            <a:ln>
              <a:noFill/>
            </a:ln>
            <a:effectLst/>
          </p:spPr>
          <p:txBody>
            <a:bodyPr wrap="square" lIns="91440" tIns="45715" rIns="0" bIns="45715" rtlCol="0" anchor="ctr">
              <a:noAutofit/>
            </a:bodyPr>
            <a:lstStyle/>
            <a:p>
              <a:pPr defTabSz="623853" rtl="0" fontAlgn="base">
                <a:spcBef>
                  <a:spcPts val="600"/>
                </a:spcBef>
                <a:spcAft>
                  <a:spcPts val="600"/>
                </a:spcAft>
                <a:buClr>
                  <a:srgbClr val="000000"/>
                </a:buClr>
              </a:pPr>
              <a:r>
                <a:rPr lang="pt-BR" sz="2800" b="1" kern="1200">
                  <a:solidFill>
                    <a:srgbClr val="FFFFFF"/>
                  </a:solidFill>
                  <a:latin typeface="Arial" charset="0"/>
                  <a:cs typeface="Times New Roman" pitchFamily="18" charset="0"/>
                </a:rPr>
                <a:t>Desafios</a:t>
              </a:r>
            </a:p>
          </p:txBody>
        </p:sp>
        <p:sp>
          <p:nvSpPr>
            <p:cNvPr id="20" name="Chevron 12">
              <a:extLst>
                <a:ext uri="{FF2B5EF4-FFF2-40B4-BE49-F238E27FC236}">
                  <a16:creationId xmlns:a16="http://schemas.microsoft.com/office/drawing/2014/main" id="{4A955441-869F-F6F7-5846-C0556936F4ED}"/>
                </a:ext>
              </a:extLst>
            </p:cNvPr>
            <p:cNvSpPr/>
            <p:nvPr/>
          </p:nvSpPr>
          <p:spPr bwMode="auto">
            <a:xfrm>
              <a:off x="21699520" y="-335768"/>
              <a:ext cx="933577" cy="990509"/>
            </a:xfrm>
            <a:prstGeom prst="chevron">
              <a:avLst>
                <a:gd name="adj" fmla="val 31818"/>
              </a:avLst>
            </a:prstGeom>
            <a:solidFill>
              <a:srgbClr val="FFFFFF">
                <a:lumMod val="85000"/>
                <a:alpha val="90000"/>
              </a:srgbClr>
            </a:solidFill>
            <a:ln>
              <a:noFill/>
            </a:ln>
            <a:effectLst/>
          </p:spPr>
          <p:txBody>
            <a:bodyPr wrap="square" lIns="91440" tIns="45715" rIns="0" bIns="45715" rtlCol="0" anchor="ctr">
              <a:noAutofit/>
            </a:bodyPr>
            <a:lstStyle/>
            <a:p>
              <a:pPr defTabSz="623853" rtl="0" fontAlgn="base">
                <a:spcBef>
                  <a:spcPts val="600"/>
                </a:spcBef>
                <a:spcAft>
                  <a:spcPts val="600"/>
                </a:spcAft>
                <a:buClr>
                  <a:srgbClr val="000000"/>
                </a:buClr>
              </a:pPr>
              <a:r>
                <a:rPr lang="pt-BR" sz="2800" b="1" kern="1200" dirty="0">
                  <a:solidFill>
                    <a:srgbClr val="FFFFFF"/>
                  </a:solidFill>
                  <a:latin typeface="Arial" charset="0"/>
                  <a:cs typeface="Times New Roman" pitchFamily="18" charset="0"/>
                </a:rPr>
                <a:t>Abrangência</a:t>
              </a:r>
            </a:p>
          </p:txBody>
        </p:sp>
        <p:sp>
          <p:nvSpPr>
            <p:cNvPr id="21" name="Chevron 14">
              <a:extLst>
                <a:ext uri="{FF2B5EF4-FFF2-40B4-BE49-F238E27FC236}">
                  <a16:creationId xmlns:a16="http://schemas.microsoft.com/office/drawing/2014/main" id="{643A6F32-D4E9-D3E7-18EB-B9C611461EEF}"/>
                </a:ext>
              </a:extLst>
            </p:cNvPr>
            <p:cNvSpPr/>
            <p:nvPr/>
          </p:nvSpPr>
          <p:spPr bwMode="auto">
            <a:xfrm>
              <a:off x="22562405" y="-335768"/>
              <a:ext cx="933577" cy="990509"/>
            </a:xfrm>
            <a:prstGeom prst="chevron">
              <a:avLst>
                <a:gd name="adj" fmla="val 31818"/>
              </a:avLst>
            </a:prstGeom>
            <a:solidFill>
              <a:srgbClr val="F48120">
                <a:alpha val="90000"/>
              </a:srgbClr>
            </a:solidFill>
            <a:ln>
              <a:noFill/>
            </a:ln>
            <a:effectLst/>
          </p:spPr>
          <p:txBody>
            <a:bodyPr wrap="square" lIns="91440" tIns="45715" rIns="0" bIns="45715" rtlCol="0" anchor="ctr">
              <a:noAutofit/>
            </a:bodyPr>
            <a:lstStyle/>
            <a:p>
              <a:pPr defTabSz="623853" rtl="0" fontAlgn="base">
                <a:spcBef>
                  <a:spcPts val="600"/>
                </a:spcBef>
                <a:spcAft>
                  <a:spcPts val="600"/>
                </a:spcAft>
                <a:buClr>
                  <a:srgbClr val="000000"/>
                </a:buClr>
              </a:pPr>
              <a:r>
                <a:rPr lang="pt-BR" sz="2800" b="1" kern="1200" dirty="0">
                  <a:solidFill>
                    <a:srgbClr val="FFFFFF"/>
                  </a:solidFill>
                  <a:latin typeface="Arial" charset="0"/>
                  <a:cs typeface="Times New Roman" pitchFamily="18" charset="0"/>
                </a:rPr>
                <a:t>Método</a:t>
              </a:r>
            </a:p>
          </p:txBody>
        </p:sp>
        <p:sp>
          <p:nvSpPr>
            <p:cNvPr id="22" name="Chevron 17">
              <a:extLst>
                <a:ext uri="{FF2B5EF4-FFF2-40B4-BE49-F238E27FC236}">
                  <a16:creationId xmlns:a16="http://schemas.microsoft.com/office/drawing/2014/main" id="{D68B150B-F72D-1FB9-0113-A1EAA05D006E}"/>
                </a:ext>
              </a:extLst>
            </p:cNvPr>
            <p:cNvSpPr/>
            <p:nvPr/>
          </p:nvSpPr>
          <p:spPr bwMode="auto">
            <a:xfrm>
              <a:off x="23417688" y="-335768"/>
              <a:ext cx="933577" cy="990509"/>
            </a:xfrm>
            <a:prstGeom prst="chevron">
              <a:avLst>
                <a:gd name="adj" fmla="val 31818"/>
              </a:avLst>
            </a:prstGeom>
            <a:solidFill>
              <a:srgbClr val="FFFFFF">
                <a:lumMod val="85000"/>
                <a:alpha val="90000"/>
              </a:srgbClr>
            </a:solidFill>
            <a:ln>
              <a:noFill/>
            </a:ln>
            <a:effectLst/>
          </p:spPr>
          <p:txBody>
            <a:bodyPr wrap="square" lIns="91440" tIns="45715" rIns="0" bIns="45715" rtlCol="0" anchor="ctr">
              <a:noAutofit/>
            </a:bodyPr>
            <a:lstStyle/>
            <a:p>
              <a:pPr marL="0" marR="0" lvl="0" indent="0" defTabSz="623853" rtl="0" eaLnBrk="1" fontAlgn="base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r>
                <a:rPr kumimoji="0" lang="pt-BR" sz="2800" b="1" i="0" u="none" strike="noStrike" kern="1200" cap="none" spc="0" normalizeH="0" baseline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cs typeface="Times New Roman" pitchFamily="18" charset="0"/>
                </a:rPr>
                <a:t>Gestão</a:t>
              </a:r>
            </a:p>
          </p:txBody>
        </p:sp>
        <p:sp>
          <p:nvSpPr>
            <p:cNvPr id="23" name="Chevron 167">
              <a:extLst>
                <a:ext uri="{FF2B5EF4-FFF2-40B4-BE49-F238E27FC236}">
                  <a16:creationId xmlns:a16="http://schemas.microsoft.com/office/drawing/2014/main" id="{07560495-48AE-7366-7142-50CC830CE27D}"/>
                </a:ext>
              </a:extLst>
            </p:cNvPr>
            <p:cNvSpPr/>
            <p:nvPr/>
          </p:nvSpPr>
          <p:spPr bwMode="auto">
            <a:xfrm>
              <a:off x="20106079" y="-335768"/>
              <a:ext cx="816400" cy="990509"/>
            </a:xfrm>
            <a:prstGeom prst="homePlate">
              <a:avLst>
                <a:gd name="adj" fmla="val 32073"/>
              </a:avLst>
            </a:prstGeom>
            <a:solidFill>
              <a:srgbClr val="FFFFFF">
                <a:lumMod val="85000"/>
                <a:alpha val="90000"/>
              </a:srgbClr>
            </a:solidFill>
            <a:ln>
              <a:noFill/>
            </a:ln>
            <a:effectLst/>
          </p:spPr>
          <p:txBody>
            <a:bodyPr wrap="square" lIns="91440" tIns="45715" rIns="0" bIns="45715" rtlCol="0" anchor="ctr">
              <a:noAutofit/>
            </a:bodyPr>
            <a:lstStyle/>
            <a:p>
              <a:pPr defTabSz="623853" rtl="0" fontAlgn="base">
                <a:spcBef>
                  <a:spcPts val="600"/>
                </a:spcBef>
                <a:spcAft>
                  <a:spcPts val="600"/>
                </a:spcAft>
                <a:buClr>
                  <a:srgbClr val="000000"/>
                </a:buClr>
              </a:pPr>
              <a:r>
                <a:rPr lang="pt-BR" sz="2800" b="1" kern="1200">
                  <a:solidFill>
                    <a:srgbClr val="FFFFFF"/>
                  </a:solidFill>
                  <a:latin typeface="Arial" charset="0"/>
                  <a:cs typeface="Times New Roman" pitchFamily="18" charset="0"/>
                </a:rPr>
                <a:t>Motivações</a:t>
              </a:r>
            </a:p>
          </p:txBody>
        </p:sp>
      </p:grpSp>
      <p:sp>
        <p:nvSpPr>
          <p:cNvPr id="5" name="CaixaDeTexto 4">
            <a:extLst>
              <a:ext uri="{FF2B5EF4-FFF2-40B4-BE49-F238E27FC236}">
                <a16:creationId xmlns:a16="http://schemas.microsoft.com/office/drawing/2014/main" id="{D1A59339-62C6-EAC6-5D21-D2BC9AB215E6}"/>
              </a:ext>
            </a:extLst>
          </p:cNvPr>
          <p:cNvSpPr txBox="1"/>
          <p:nvPr/>
        </p:nvSpPr>
        <p:spPr>
          <a:xfrm>
            <a:off x="21541099" y="12847344"/>
            <a:ext cx="2858945" cy="1159932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71437" tIns="71437" rIns="71437" bIns="71437" numCol="1" spcCol="38100" rtlCol="0" anchor="ctr">
            <a:spAutoFit/>
          </a:bodyPr>
          <a:lstStyle/>
          <a:p>
            <a:pPr marL="0" marR="0" indent="0" algn="ctr" defTabSz="5842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pt-BR" sz="6600" b="1" dirty="0"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7</a:t>
            </a:r>
            <a:r>
              <a:rPr kumimoji="0" lang="pt-BR" sz="6600" b="1" i="0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Aharoni" panose="02010803020104030203" pitchFamily="2" charset="-79"/>
                <a:cs typeface="Aharoni" panose="02010803020104030203" pitchFamily="2" charset="-79"/>
                <a:sym typeface="Helvetica Light"/>
              </a:rPr>
              <a:t>/7</a:t>
            </a:r>
            <a:endParaRPr kumimoji="0" lang="pt-BR" sz="5400" b="1" i="0" u="none" strike="noStrike" cap="none" spc="0" normalizeH="0" baseline="0" dirty="0">
              <a:ln>
                <a:noFill/>
              </a:ln>
              <a:solidFill>
                <a:schemeClr val="bg1"/>
              </a:solidFill>
              <a:effectLst/>
              <a:uFillTx/>
              <a:latin typeface="Aharoni" panose="02010803020104030203" pitchFamily="2" charset="-79"/>
              <a:cs typeface="Aharoni" panose="02010803020104030203" pitchFamily="2" charset="-79"/>
              <a:sym typeface="Helvetica Light"/>
            </a:endParaRPr>
          </a:p>
        </p:txBody>
      </p:sp>
      <p:sp>
        <p:nvSpPr>
          <p:cNvPr id="16" name="Pentagon 3">
            <a:extLst>
              <a:ext uri="{FF2B5EF4-FFF2-40B4-BE49-F238E27FC236}">
                <a16:creationId xmlns:a16="http://schemas.microsoft.com/office/drawing/2014/main" id="{F9EC33FE-3B01-A82E-CC90-EDA99288D1A6}"/>
              </a:ext>
            </a:extLst>
          </p:cNvPr>
          <p:cNvSpPr/>
          <p:nvPr/>
        </p:nvSpPr>
        <p:spPr>
          <a:xfrm>
            <a:off x="4713434" y="3815638"/>
            <a:ext cx="4896057" cy="1040106"/>
          </a:xfrm>
          <a:prstGeom prst="homePlate">
            <a:avLst>
              <a:gd name="adj" fmla="val 33775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defTabSz="1828434" rtl="0">
              <a:defRPr/>
            </a:pPr>
            <a:endParaRPr lang="pt-BR" sz="3600" b="1" kern="1200">
              <a:solidFill>
                <a:srgbClr val="AAAAAA"/>
              </a:solidFill>
              <a:latin typeface="Poppins" pitchFamily="2" charset="77"/>
            </a:endParaRPr>
          </a:p>
        </p:txBody>
      </p:sp>
      <p:sp>
        <p:nvSpPr>
          <p:cNvPr id="17" name="Chevron 4">
            <a:extLst>
              <a:ext uri="{FF2B5EF4-FFF2-40B4-BE49-F238E27FC236}">
                <a16:creationId xmlns:a16="http://schemas.microsoft.com/office/drawing/2014/main" id="{3668EBCD-A1D2-D79D-F80A-A1134E170A35}"/>
              </a:ext>
            </a:extLst>
          </p:cNvPr>
          <p:cNvSpPr/>
          <p:nvPr/>
        </p:nvSpPr>
        <p:spPr>
          <a:xfrm>
            <a:off x="9362880" y="3815638"/>
            <a:ext cx="4896057" cy="1040106"/>
          </a:xfrm>
          <a:prstGeom prst="chevron">
            <a:avLst>
              <a:gd name="adj" fmla="val 34067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defTabSz="1828434" rtl="0">
              <a:defRPr/>
            </a:pPr>
            <a:endParaRPr lang="pt-BR" sz="3600" b="1" kern="1200">
              <a:solidFill>
                <a:srgbClr val="AAAAAA"/>
              </a:solidFill>
              <a:latin typeface="Poppins" pitchFamily="2" charset="77"/>
            </a:endParaRPr>
          </a:p>
        </p:txBody>
      </p:sp>
      <p:sp>
        <p:nvSpPr>
          <p:cNvPr id="24" name="Chevron 5">
            <a:extLst>
              <a:ext uri="{FF2B5EF4-FFF2-40B4-BE49-F238E27FC236}">
                <a16:creationId xmlns:a16="http://schemas.microsoft.com/office/drawing/2014/main" id="{82AE302E-0428-ECF8-9EAC-497CC292BD4A}"/>
              </a:ext>
            </a:extLst>
          </p:cNvPr>
          <p:cNvSpPr/>
          <p:nvPr/>
        </p:nvSpPr>
        <p:spPr>
          <a:xfrm>
            <a:off x="14012328" y="3815638"/>
            <a:ext cx="4896057" cy="1040106"/>
          </a:xfrm>
          <a:prstGeom prst="chevron">
            <a:avLst>
              <a:gd name="adj" fmla="val 34067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defTabSz="1828434" rtl="0">
              <a:defRPr/>
            </a:pPr>
            <a:endParaRPr lang="pt-BR" sz="3600" b="1" kern="1200">
              <a:solidFill>
                <a:srgbClr val="AAAAAA"/>
              </a:solidFill>
              <a:latin typeface="Poppins" pitchFamily="2" charset="77"/>
            </a:endParaRPr>
          </a:p>
        </p:txBody>
      </p:sp>
      <p:sp>
        <p:nvSpPr>
          <p:cNvPr id="25" name="Chevron 6">
            <a:extLst>
              <a:ext uri="{FF2B5EF4-FFF2-40B4-BE49-F238E27FC236}">
                <a16:creationId xmlns:a16="http://schemas.microsoft.com/office/drawing/2014/main" id="{DFC059AC-5EB6-5C07-F387-A7488027FC8A}"/>
              </a:ext>
            </a:extLst>
          </p:cNvPr>
          <p:cNvSpPr/>
          <p:nvPr/>
        </p:nvSpPr>
        <p:spPr>
          <a:xfrm>
            <a:off x="18661774" y="3815638"/>
            <a:ext cx="4896057" cy="1040106"/>
          </a:xfrm>
          <a:prstGeom prst="chevron">
            <a:avLst>
              <a:gd name="adj" fmla="val 34067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defTabSz="1828434" rtl="0">
              <a:defRPr/>
            </a:pPr>
            <a:endParaRPr lang="pt-BR" sz="3600" b="1" kern="1200">
              <a:solidFill>
                <a:srgbClr val="AAAAAA"/>
              </a:solidFill>
              <a:latin typeface="Poppins" pitchFamily="2" charset="77"/>
            </a:endParaRPr>
          </a:p>
        </p:txBody>
      </p:sp>
      <p:sp>
        <p:nvSpPr>
          <p:cNvPr id="26" name="Rectangle 9">
            <a:extLst>
              <a:ext uri="{FF2B5EF4-FFF2-40B4-BE49-F238E27FC236}">
                <a16:creationId xmlns:a16="http://schemas.microsoft.com/office/drawing/2014/main" id="{2A9DD411-4AFE-12F7-DDC2-C5DEE1D7E21A}"/>
              </a:ext>
            </a:extLst>
          </p:cNvPr>
          <p:cNvSpPr/>
          <p:nvPr/>
        </p:nvSpPr>
        <p:spPr>
          <a:xfrm>
            <a:off x="897856" y="3815638"/>
            <a:ext cx="3642912" cy="1040106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defTabSz="1828434" rtl="0">
              <a:defRPr/>
            </a:pPr>
            <a:endParaRPr lang="pt-BR" sz="3600" b="1" kern="1200">
              <a:solidFill>
                <a:srgbClr val="AAAAAA"/>
              </a:solidFill>
              <a:latin typeface="Poppins" pitchFamily="2" charset="77"/>
            </a:endParaRPr>
          </a:p>
        </p:txBody>
      </p:sp>
      <p:sp>
        <p:nvSpPr>
          <p:cNvPr id="27" name="TextBox 10">
            <a:extLst>
              <a:ext uri="{FF2B5EF4-FFF2-40B4-BE49-F238E27FC236}">
                <a16:creationId xmlns:a16="http://schemas.microsoft.com/office/drawing/2014/main" id="{87C8D5D9-EA5B-819B-BA97-FE04D055CA84}"/>
              </a:ext>
            </a:extLst>
          </p:cNvPr>
          <p:cNvSpPr txBox="1"/>
          <p:nvPr/>
        </p:nvSpPr>
        <p:spPr>
          <a:xfrm>
            <a:off x="897857" y="4936204"/>
            <a:ext cx="1715534" cy="461665"/>
          </a:xfrm>
          <a:prstGeom prst="rect">
            <a:avLst/>
          </a:prstGeom>
          <a:noFill/>
        </p:spPr>
        <p:txBody>
          <a:bodyPr wrap="none" rtlCol="0" anchor="ctr" anchorCtr="0">
            <a:spAutoFit/>
          </a:bodyPr>
          <a:lstStyle/>
          <a:p>
            <a:pPr algn="l" defTabSz="1828434" rtl="0">
              <a:defRPr/>
            </a:pPr>
            <a:r>
              <a:rPr lang="pt-BR" sz="2400" b="1" kern="1200" dirty="0">
                <a:solidFill>
                  <a:schemeClr val="bg1"/>
                </a:solidFill>
                <a:latin typeface="Poppins" pitchFamily="2" charset="77"/>
                <a:ea typeface="League Spartan" charset="0"/>
                <a:cs typeface="Poppins" pitchFamily="2" charset="77"/>
              </a:rPr>
              <a:t>JORNADA</a:t>
            </a:r>
          </a:p>
        </p:txBody>
      </p:sp>
      <p:cxnSp>
        <p:nvCxnSpPr>
          <p:cNvPr id="28" name="Straight Connector 12">
            <a:extLst>
              <a:ext uri="{FF2B5EF4-FFF2-40B4-BE49-F238E27FC236}">
                <a16:creationId xmlns:a16="http://schemas.microsoft.com/office/drawing/2014/main" id="{9B1A52BD-CD6A-588C-4D30-C4AE3F4759AF}"/>
              </a:ext>
            </a:extLst>
          </p:cNvPr>
          <p:cNvCxnSpPr/>
          <p:nvPr/>
        </p:nvCxnSpPr>
        <p:spPr>
          <a:xfrm>
            <a:off x="5268064" y="5167035"/>
            <a:ext cx="18289767" cy="0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Pentagon 14">
            <a:extLst>
              <a:ext uri="{FF2B5EF4-FFF2-40B4-BE49-F238E27FC236}">
                <a16:creationId xmlns:a16="http://schemas.microsoft.com/office/drawing/2014/main" id="{B9BD8863-AB4D-8880-4551-8CE59F99AC23}"/>
              </a:ext>
            </a:extLst>
          </p:cNvPr>
          <p:cNvSpPr/>
          <p:nvPr/>
        </p:nvSpPr>
        <p:spPr>
          <a:xfrm>
            <a:off x="4713434" y="5478328"/>
            <a:ext cx="5109462" cy="2115794"/>
          </a:xfrm>
          <a:prstGeom prst="homePlate">
            <a:avLst>
              <a:gd name="adj" fmla="val 20138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defTabSz="1828434" rtl="0">
              <a:defRPr/>
            </a:pPr>
            <a:endParaRPr lang="pt-BR" sz="3600" b="1" kern="1200">
              <a:solidFill>
                <a:srgbClr val="AAAAAA"/>
              </a:solidFill>
              <a:latin typeface="Poppins" pitchFamily="2" charset="77"/>
            </a:endParaRPr>
          </a:p>
        </p:txBody>
      </p:sp>
      <p:sp>
        <p:nvSpPr>
          <p:cNvPr id="30" name="Chevron 15">
            <a:extLst>
              <a:ext uri="{FF2B5EF4-FFF2-40B4-BE49-F238E27FC236}">
                <a16:creationId xmlns:a16="http://schemas.microsoft.com/office/drawing/2014/main" id="{7DE38433-CA2A-1380-0D56-8252D4D92EE1}"/>
              </a:ext>
            </a:extLst>
          </p:cNvPr>
          <p:cNvSpPr/>
          <p:nvPr/>
        </p:nvSpPr>
        <p:spPr>
          <a:xfrm>
            <a:off x="9468511" y="5478328"/>
            <a:ext cx="5109462" cy="2115794"/>
          </a:xfrm>
          <a:prstGeom prst="chevron">
            <a:avLst>
              <a:gd name="adj" fmla="val 2043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defTabSz="1828434" rtl="0">
              <a:defRPr/>
            </a:pPr>
            <a:endParaRPr lang="pt-BR" sz="3600" b="1" kern="1200">
              <a:solidFill>
                <a:srgbClr val="AAAAAA"/>
              </a:solidFill>
              <a:latin typeface="Poppins" pitchFamily="2" charset="77"/>
            </a:endParaRPr>
          </a:p>
        </p:txBody>
      </p:sp>
      <p:sp>
        <p:nvSpPr>
          <p:cNvPr id="31" name="Rectangle 18">
            <a:extLst>
              <a:ext uri="{FF2B5EF4-FFF2-40B4-BE49-F238E27FC236}">
                <a16:creationId xmlns:a16="http://schemas.microsoft.com/office/drawing/2014/main" id="{4894B741-755E-0E4F-7312-AEBF1524F518}"/>
              </a:ext>
            </a:extLst>
          </p:cNvPr>
          <p:cNvSpPr/>
          <p:nvPr/>
        </p:nvSpPr>
        <p:spPr>
          <a:xfrm>
            <a:off x="897856" y="5478328"/>
            <a:ext cx="3642912" cy="2115794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defTabSz="1828434" rtl="0">
              <a:defRPr/>
            </a:pPr>
            <a:endParaRPr lang="pt-BR" sz="3600" b="1" kern="1200">
              <a:solidFill>
                <a:srgbClr val="AAAAAA"/>
              </a:solidFill>
              <a:latin typeface="Poppins" pitchFamily="2" charset="77"/>
            </a:endParaRPr>
          </a:p>
        </p:txBody>
      </p:sp>
      <p:sp>
        <p:nvSpPr>
          <p:cNvPr id="32" name="Chevron 45">
            <a:extLst>
              <a:ext uri="{FF2B5EF4-FFF2-40B4-BE49-F238E27FC236}">
                <a16:creationId xmlns:a16="http://schemas.microsoft.com/office/drawing/2014/main" id="{E3DA87C5-7563-2E50-80CD-B07EF5E2F736}"/>
              </a:ext>
            </a:extLst>
          </p:cNvPr>
          <p:cNvSpPr/>
          <p:nvPr/>
        </p:nvSpPr>
        <p:spPr>
          <a:xfrm>
            <a:off x="14223587" y="5478328"/>
            <a:ext cx="5109462" cy="2115794"/>
          </a:xfrm>
          <a:prstGeom prst="chevron">
            <a:avLst>
              <a:gd name="adj" fmla="val 20430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defTabSz="1828434" rtl="0">
              <a:defRPr/>
            </a:pPr>
            <a:endParaRPr lang="pt-BR" sz="3600" b="1" kern="1200">
              <a:solidFill>
                <a:srgbClr val="AAAAAA"/>
              </a:solidFill>
              <a:latin typeface="Poppins" pitchFamily="2" charset="77"/>
            </a:endParaRPr>
          </a:p>
        </p:txBody>
      </p:sp>
      <p:sp>
        <p:nvSpPr>
          <p:cNvPr id="33" name="Chevron 46">
            <a:extLst>
              <a:ext uri="{FF2B5EF4-FFF2-40B4-BE49-F238E27FC236}">
                <a16:creationId xmlns:a16="http://schemas.microsoft.com/office/drawing/2014/main" id="{55E43598-C037-7F9E-5C5A-75F8F4FE4CBC}"/>
              </a:ext>
            </a:extLst>
          </p:cNvPr>
          <p:cNvSpPr/>
          <p:nvPr/>
        </p:nvSpPr>
        <p:spPr>
          <a:xfrm>
            <a:off x="18978666" y="5478328"/>
            <a:ext cx="4579165" cy="2115794"/>
          </a:xfrm>
          <a:prstGeom prst="chevron">
            <a:avLst>
              <a:gd name="adj" fmla="val 20430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defTabSz="1828434" rtl="0">
              <a:defRPr/>
            </a:pPr>
            <a:endParaRPr lang="pt-BR" sz="3600" b="1" kern="1200">
              <a:solidFill>
                <a:srgbClr val="AAAAAA"/>
              </a:solidFill>
              <a:latin typeface="Poppins" pitchFamily="2" charset="77"/>
            </a:endParaRPr>
          </a:p>
        </p:txBody>
      </p:sp>
      <p:sp>
        <p:nvSpPr>
          <p:cNvPr id="34" name="Rectangle 21">
            <a:extLst>
              <a:ext uri="{FF2B5EF4-FFF2-40B4-BE49-F238E27FC236}">
                <a16:creationId xmlns:a16="http://schemas.microsoft.com/office/drawing/2014/main" id="{1CC89A14-7A7F-D683-5274-1A195E2C729D}"/>
              </a:ext>
            </a:extLst>
          </p:cNvPr>
          <p:cNvSpPr/>
          <p:nvPr/>
        </p:nvSpPr>
        <p:spPr>
          <a:xfrm>
            <a:off x="4713434" y="7704237"/>
            <a:ext cx="4579166" cy="179489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defTabSz="1828434" rtl="0">
              <a:defRPr/>
            </a:pPr>
            <a:endParaRPr lang="pt-BR" sz="3600" b="1" kern="1200">
              <a:solidFill>
                <a:srgbClr val="AAAAAA"/>
              </a:solidFill>
              <a:latin typeface="Poppins" pitchFamily="2" charset="77"/>
            </a:endParaRPr>
          </a:p>
        </p:txBody>
      </p:sp>
      <p:sp>
        <p:nvSpPr>
          <p:cNvPr id="35" name="Rectangle 22">
            <a:extLst>
              <a:ext uri="{FF2B5EF4-FFF2-40B4-BE49-F238E27FC236}">
                <a16:creationId xmlns:a16="http://schemas.microsoft.com/office/drawing/2014/main" id="{69105D1E-D79C-A316-9D49-8BAC1000F629}"/>
              </a:ext>
            </a:extLst>
          </p:cNvPr>
          <p:cNvSpPr/>
          <p:nvPr/>
        </p:nvSpPr>
        <p:spPr>
          <a:xfrm>
            <a:off x="9468511" y="7704237"/>
            <a:ext cx="4579166" cy="179489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defTabSz="1828434" rtl="0">
              <a:defRPr/>
            </a:pPr>
            <a:endParaRPr lang="pt-BR" sz="3600" b="1" kern="1200">
              <a:solidFill>
                <a:srgbClr val="AAAAAA"/>
              </a:solidFill>
              <a:latin typeface="Poppins" pitchFamily="2" charset="77"/>
            </a:endParaRPr>
          </a:p>
        </p:txBody>
      </p:sp>
      <p:sp>
        <p:nvSpPr>
          <p:cNvPr id="36" name="Rectangle 23">
            <a:extLst>
              <a:ext uri="{FF2B5EF4-FFF2-40B4-BE49-F238E27FC236}">
                <a16:creationId xmlns:a16="http://schemas.microsoft.com/office/drawing/2014/main" id="{095A4680-C147-77A3-6CE6-F2B0E6973E35}"/>
              </a:ext>
            </a:extLst>
          </p:cNvPr>
          <p:cNvSpPr/>
          <p:nvPr/>
        </p:nvSpPr>
        <p:spPr>
          <a:xfrm>
            <a:off x="14223588" y="7704237"/>
            <a:ext cx="4579166" cy="1794891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defTabSz="1828434" rtl="0">
              <a:defRPr/>
            </a:pPr>
            <a:endParaRPr lang="pt-BR" sz="3600" b="1" kern="1200">
              <a:solidFill>
                <a:srgbClr val="AAAAAA"/>
              </a:solidFill>
              <a:latin typeface="Poppins" pitchFamily="2" charset="77"/>
            </a:endParaRPr>
          </a:p>
        </p:txBody>
      </p:sp>
      <p:sp>
        <p:nvSpPr>
          <p:cNvPr id="37" name="Rectangle 24">
            <a:extLst>
              <a:ext uri="{FF2B5EF4-FFF2-40B4-BE49-F238E27FC236}">
                <a16:creationId xmlns:a16="http://schemas.microsoft.com/office/drawing/2014/main" id="{304518E5-CD11-8233-25A0-C7BEB3223D1C}"/>
              </a:ext>
            </a:extLst>
          </p:cNvPr>
          <p:cNvSpPr/>
          <p:nvPr/>
        </p:nvSpPr>
        <p:spPr>
          <a:xfrm>
            <a:off x="18978666" y="7704237"/>
            <a:ext cx="4579166" cy="1794891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defTabSz="1828434" rtl="0">
              <a:defRPr/>
            </a:pPr>
            <a:endParaRPr lang="pt-BR" sz="3600" b="1" kern="1200">
              <a:solidFill>
                <a:srgbClr val="AAAAAA"/>
              </a:solidFill>
              <a:latin typeface="Poppins" pitchFamily="2" charset="77"/>
            </a:endParaRPr>
          </a:p>
        </p:txBody>
      </p:sp>
      <p:sp>
        <p:nvSpPr>
          <p:cNvPr id="38" name="Rectangle 25">
            <a:extLst>
              <a:ext uri="{FF2B5EF4-FFF2-40B4-BE49-F238E27FC236}">
                <a16:creationId xmlns:a16="http://schemas.microsoft.com/office/drawing/2014/main" id="{5B460C5C-E028-0CAA-5CC1-2787469F1E77}"/>
              </a:ext>
            </a:extLst>
          </p:cNvPr>
          <p:cNvSpPr/>
          <p:nvPr/>
        </p:nvSpPr>
        <p:spPr>
          <a:xfrm>
            <a:off x="897856" y="7704237"/>
            <a:ext cx="3642912" cy="1794891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defTabSz="1828434" rtl="0">
              <a:defRPr/>
            </a:pPr>
            <a:endParaRPr lang="pt-BR" sz="3600" b="1" kern="1200">
              <a:solidFill>
                <a:srgbClr val="AAAAAA"/>
              </a:solidFill>
              <a:latin typeface="Poppins" pitchFamily="2" charset="77"/>
            </a:endParaRPr>
          </a:p>
        </p:txBody>
      </p:sp>
      <p:cxnSp>
        <p:nvCxnSpPr>
          <p:cNvPr id="40" name="Straight Connector 28">
            <a:extLst>
              <a:ext uri="{FF2B5EF4-FFF2-40B4-BE49-F238E27FC236}">
                <a16:creationId xmlns:a16="http://schemas.microsoft.com/office/drawing/2014/main" id="{6C06C471-9FC5-5473-D6F9-C749C0C24530}"/>
              </a:ext>
            </a:extLst>
          </p:cNvPr>
          <p:cNvCxnSpPr/>
          <p:nvPr/>
        </p:nvCxnSpPr>
        <p:spPr>
          <a:xfrm>
            <a:off x="5268064" y="9810419"/>
            <a:ext cx="18289767" cy="0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Rectangle 34">
            <a:extLst>
              <a:ext uri="{FF2B5EF4-FFF2-40B4-BE49-F238E27FC236}">
                <a16:creationId xmlns:a16="http://schemas.microsoft.com/office/drawing/2014/main" id="{7BD6C247-1648-DC1B-B1C1-87C2B1E44679}"/>
              </a:ext>
            </a:extLst>
          </p:cNvPr>
          <p:cNvSpPr/>
          <p:nvPr/>
        </p:nvSpPr>
        <p:spPr>
          <a:xfrm>
            <a:off x="4713434" y="11539586"/>
            <a:ext cx="4579166" cy="130775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defTabSz="1828434" rtl="0">
              <a:defRPr/>
            </a:pPr>
            <a:endParaRPr lang="pt-BR" sz="3600" b="1" kern="1200">
              <a:solidFill>
                <a:srgbClr val="AAAAAA"/>
              </a:solidFill>
              <a:latin typeface="Poppins" pitchFamily="2" charset="77"/>
            </a:endParaRPr>
          </a:p>
        </p:txBody>
      </p:sp>
      <p:sp>
        <p:nvSpPr>
          <p:cNvPr id="42" name="Rectangle 35">
            <a:extLst>
              <a:ext uri="{FF2B5EF4-FFF2-40B4-BE49-F238E27FC236}">
                <a16:creationId xmlns:a16="http://schemas.microsoft.com/office/drawing/2014/main" id="{CD1EB6D6-3535-5647-64E8-31EFA328089C}"/>
              </a:ext>
            </a:extLst>
          </p:cNvPr>
          <p:cNvSpPr/>
          <p:nvPr/>
        </p:nvSpPr>
        <p:spPr>
          <a:xfrm>
            <a:off x="9468511" y="11539586"/>
            <a:ext cx="4579166" cy="130775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defTabSz="1828434" rtl="0">
              <a:defRPr/>
            </a:pPr>
            <a:endParaRPr lang="pt-BR" sz="3600" b="1" kern="1200">
              <a:solidFill>
                <a:srgbClr val="AAAAAA"/>
              </a:solidFill>
              <a:latin typeface="Poppins" pitchFamily="2" charset="77"/>
            </a:endParaRPr>
          </a:p>
        </p:txBody>
      </p:sp>
      <p:sp>
        <p:nvSpPr>
          <p:cNvPr id="43" name="Rectangle 36">
            <a:extLst>
              <a:ext uri="{FF2B5EF4-FFF2-40B4-BE49-F238E27FC236}">
                <a16:creationId xmlns:a16="http://schemas.microsoft.com/office/drawing/2014/main" id="{4B69300F-EB27-51AD-0281-FAE779DD02CF}"/>
              </a:ext>
            </a:extLst>
          </p:cNvPr>
          <p:cNvSpPr/>
          <p:nvPr/>
        </p:nvSpPr>
        <p:spPr>
          <a:xfrm>
            <a:off x="14223588" y="11539586"/>
            <a:ext cx="4579166" cy="1307758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defTabSz="1828434" rtl="0">
              <a:defRPr/>
            </a:pPr>
            <a:endParaRPr lang="pt-BR" sz="3600" b="1" kern="1200">
              <a:solidFill>
                <a:srgbClr val="AAAAAA"/>
              </a:solidFill>
              <a:latin typeface="Poppins" pitchFamily="2" charset="77"/>
            </a:endParaRPr>
          </a:p>
        </p:txBody>
      </p:sp>
      <p:sp>
        <p:nvSpPr>
          <p:cNvPr id="44" name="Rectangle 37">
            <a:extLst>
              <a:ext uri="{FF2B5EF4-FFF2-40B4-BE49-F238E27FC236}">
                <a16:creationId xmlns:a16="http://schemas.microsoft.com/office/drawing/2014/main" id="{294A6F10-8600-4C4D-F772-E5FDCE19D054}"/>
              </a:ext>
            </a:extLst>
          </p:cNvPr>
          <p:cNvSpPr/>
          <p:nvPr/>
        </p:nvSpPr>
        <p:spPr>
          <a:xfrm>
            <a:off x="18978666" y="11539586"/>
            <a:ext cx="4579166" cy="130775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defTabSz="1828434" rtl="0">
              <a:defRPr/>
            </a:pPr>
            <a:endParaRPr lang="pt-BR" sz="3600" b="1" kern="1200">
              <a:solidFill>
                <a:srgbClr val="AAAAAA"/>
              </a:solidFill>
              <a:latin typeface="Poppins" pitchFamily="2" charset="77"/>
            </a:endParaRPr>
          </a:p>
        </p:txBody>
      </p:sp>
      <p:sp>
        <p:nvSpPr>
          <p:cNvPr id="45" name="Rectangle 38">
            <a:extLst>
              <a:ext uri="{FF2B5EF4-FFF2-40B4-BE49-F238E27FC236}">
                <a16:creationId xmlns:a16="http://schemas.microsoft.com/office/drawing/2014/main" id="{03F27F20-EFC6-E10C-F7F1-E8165220F870}"/>
              </a:ext>
            </a:extLst>
          </p:cNvPr>
          <p:cNvSpPr/>
          <p:nvPr/>
        </p:nvSpPr>
        <p:spPr>
          <a:xfrm>
            <a:off x="897856" y="11539586"/>
            <a:ext cx="3642912" cy="1307758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defTabSz="1828434" rtl="0">
              <a:defRPr/>
            </a:pPr>
            <a:r>
              <a:rPr lang="pt-BR" sz="2800" b="1" kern="1200" dirty="0">
                <a:solidFill>
                  <a:schemeClr val="bg1"/>
                </a:solidFill>
                <a:latin typeface="Poppins" pitchFamily="2" charset="77"/>
              </a:rPr>
              <a:t>OPORTUNIDADES DE MELHORIAS</a:t>
            </a:r>
          </a:p>
        </p:txBody>
      </p:sp>
      <p:sp>
        <p:nvSpPr>
          <p:cNvPr id="46" name="Rectangle 40">
            <a:extLst>
              <a:ext uri="{FF2B5EF4-FFF2-40B4-BE49-F238E27FC236}">
                <a16:creationId xmlns:a16="http://schemas.microsoft.com/office/drawing/2014/main" id="{759C2593-339C-4A39-BA2F-D11D90D9FD42}"/>
              </a:ext>
            </a:extLst>
          </p:cNvPr>
          <p:cNvSpPr/>
          <p:nvPr/>
        </p:nvSpPr>
        <p:spPr>
          <a:xfrm>
            <a:off x="4713434" y="10121711"/>
            <a:ext cx="4579166" cy="130775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defTabSz="1828434" rtl="0">
              <a:defRPr/>
            </a:pPr>
            <a:endParaRPr lang="pt-BR" sz="3600" b="1" kern="1200">
              <a:solidFill>
                <a:srgbClr val="AAAAAA"/>
              </a:solidFill>
              <a:latin typeface="Poppins" pitchFamily="2" charset="77"/>
            </a:endParaRPr>
          </a:p>
        </p:txBody>
      </p:sp>
      <p:sp>
        <p:nvSpPr>
          <p:cNvPr id="47" name="Rectangle 41">
            <a:extLst>
              <a:ext uri="{FF2B5EF4-FFF2-40B4-BE49-F238E27FC236}">
                <a16:creationId xmlns:a16="http://schemas.microsoft.com/office/drawing/2014/main" id="{E4CDBFFD-25C4-F2C7-DB98-680D723447E3}"/>
              </a:ext>
            </a:extLst>
          </p:cNvPr>
          <p:cNvSpPr/>
          <p:nvPr/>
        </p:nvSpPr>
        <p:spPr>
          <a:xfrm>
            <a:off x="9468511" y="10121711"/>
            <a:ext cx="4579166" cy="130775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defTabSz="1828434" rtl="0">
              <a:defRPr/>
            </a:pPr>
            <a:endParaRPr lang="pt-BR" sz="3600" b="1" kern="1200">
              <a:solidFill>
                <a:srgbClr val="AAAAAA"/>
              </a:solidFill>
              <a:latin typeface="Poppins" pitchFamily="2" charset="77"/>
            </a:endParaRPr>
          </a:p>
        </p:txBody>
      </p:sp>
      <p:sp>
        <p:nvSpPr>
          <p:cNvPr id="48" name="Rectangle 42">
            <a:extLst>
              <a:ext uri="{FF2B5EF4-FFF2-40B4-BE49-F238E27FC236}">
                <a16:creationId xmlns:a16="http://schemas.microsoft.com/office/drawing/2014/main" id="{8FDC796D-E1AA-1563-8434-87F3D459C131}"/>
              </a:ext>
            </a:extLst>
          </p:cNvPr>
          <p:cNvSpPr/>
          <p:nvPr/>
        </p:nvSpPr>
        <p:spPr>
          <a:xfrm>
            <a:off x="14223588" y="10121711"/>
            <a:ext cx="4579166" cy="1307758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defTabSz="1828434" rtl="0">
              <a:defRPr/>
            </a:pPr>
            <a:endParaRPr lang="pt-BR" sz="3600" b="1" kern="1200">
              <a:solidFill>
                <a:srgbClr val="AAAAAA"/>
              </a:solidFill>
              <a:latin typeface="Poppins" pitchFamily="2" charset="77"/>
            </a:endParaRPr>
          </a:p>
        </p:txBody>
      </p:sp>
      <p:sp>
        <p:nvSpPr>
          <p:cNvPr id="49" name="Rectangle 43">
            <a:extLst>
              <a:ext uri="{FF2B5EF4-FFF2-40B4-BE49-F238E27FC236}">
                <a16:creationId xmlns:a16="http://schemas.microsoft.com/office/drawing/2014/main" id="{9E1510BF-1036-C405-9E94-C9F4B1B63CE7}"/>
              </a:ext>
            </a:extLst>
          </p:cNvPr>
          <p:cNvSpPr/>
          <p:nvPr/>
        </p:nvSpPr>
        <p:spPr>
          <a:xfrm>
            <a:off x="18978666" y="10121711"/>
            <a:ext cx="4579166" cy="130775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defTabSz="1828434" rtl="0">
              <a:defRPr/>
            </a:pPr>
            <a:endParaRPr lang="pt-BR" sz="3600" b="1" kern="1200">
              <a:solidFill>
                <a:srgbClr val="AAAAAA"/>
              </a:solidFill>
              <a:latin typeface="Poppins" pitchFamily="2" charset="77"/>
            </a:endParaRPr>
          </a:p>
        </p:txBody>
      </p:sp>
      <p:sp>
        <p:nvSpPr>
          <p:cNvPr id="50" name="Rectangle 44">
            <a:extLst>
              <a:ext uri="{FF2B5EF4-FFF2-40B4-BE49-F238E27FC236}">
                <a16:creationId xmlns:a16="http://schemas.microsoft.com/office/drawing/2014/main" id="{699A98CD-E827-4F28-CD0F-C58CCFCE1545}"/>
              </a:ext>
            </a:extLst>
          </p:cNvPr>
          <p:cNvSpPr/>
          <p:nvPr/>
        </p:nvSpPr>
        <p:spPr>
          <a:xfrm>
            <a:off x="897856" y="10121711"/>
            <a:ext cx="3642912" cy="1307758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defTabSz="1828434" rtl="0">
              <a:defRPr/>
            </a:pPr>
            <a:endParaRPr lang="pt-BR" sz="3600" b="1" kern="1200">
              <a:solidFill>
                <a:srgbClr val="AAAAAA"/>
              </a:solidFill>
              <a:latin typeface="Poppins" pitchFamily="2" charset="77"/>
            </a:endParaRPr>
          </a:p>
        </p:txBody>
      </p:sp>
      <p:sp>
        <p:nvSpPr>
          <p:cNvPr id="51" name="TextBox 47">
            <a:extLst>
              <a:ext uri="{FF2B5EF4-FFF2-40B4-BE49-F238E27FC236}">
                <a16:creationId xmlns:a16="http://schemas.microsoft.com/office/drawing/2014/main" id="{32B211A3-69E7-E732-DFEE-CE62386A45BC}"/>
              </a:ext>
            </a:extLst>
          </p:cNvPr>
          <p:cNvSpPr txBox="1"/>
          <p:nvPr/>
        </p:nvSpPr>
        <p:spPr>
          <a:xfrm>
            <a:off x="1838305" y="4043303"/>
            <a:ext cx="1762021" cy="584775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txBody>
          <a:bodyPr wrap="none" rtlCol="0" anchor="ctr" anchorCtr="0">
            <a:spAutoFit/>
          </a:bodyPr>
          <a:lstStyle/>
          <a:p>
            <a:pPr defTabSz="1828434" rtl="0">
              <a:defRPr/>
            </a:pPr>
            <a:r>
              <a:rPr lang="pt-BR" sz="3200" b="1" kern="1200" dirty="0">
                <a:solidFill>
                  <a:srgbClr val="FFFFFF"/>
                </a:solidFill>
                <a:latin typeface="Poppins" pitchFamily="2" charset="77"/>
                <a:ea typeface="League Spartan" charset="0"/>
                <a:cs typeface="Poppins" pitchFamily="2" charset="77"/>
              </a:rPr>
              <a:t>ETAPAS</a:t>
            </a:r>
          </a:p>
        </p:txBody>
      </p:sp>
      <p:sp>
        <p:nvSpPr>
          <p:cNvPr id="52" name="TextBox 48">
            <a:extLst>
              <a:ext uri="{FF2B5EF4-FFF2-40B4-BE49-F238E27FC236}">
                <a16:creationId xmlns:a16="http://schemas.microsoft.com/office/drawing/2014/main" id="{730D36B1-C0E4-20C4-F3C5-FFD15726220D}"/>
              </a:ext>
            </a:extLst>
          </p:cNvPr>
          <p:cNvSpPr txBox="1"/>
          <p:nvPr/>
        </p:nvSpPr>
        <p:spPr>
          <a:xfrm>
            <a:off x="1578624" y="6059170"/>
            <a:ext cx="2281394" cy="954107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txBody>
          <a:bodyPr wrap="none" rtlCol="0" anchor="ctr" anchorCtr="0">
            <a:spAutoFit/>
          </a:bodyPr>
          <a:lstStyle/>
          <a:p>
            <a:pPr defTabSz="1828434" rtl="0">
              <a:defRPr/>
            </a:pPr>
            <a:r>
              <a:rPr lang="pt-BR" sz="2800" b="1" kern="1200" dirty="0">
                <a:solidFill>
                  <a:srgbClr val="FFFFFF"/>
                </a:solidFill>
                <a:latin typeface="Poppins" pitchFamily="2" charset="77"/>
                <a:ea typeface="League Spartan" charset="0"/>
                <a:cs typeface="Poppins" pitchFamily="2" charset="77"/>
              </a:rPr>
              <a:t>PONTOS DE </a:t>
            </a:r>
            <a:br>
              <a:rPr lang="pt-BR" sz="2800" b="1" kern="1200" dirty="0">
                <a:solidFill>
                  <a:srgbClr val="FFFFFF"/>
                </a:solidFill>
                <a:latin typeface="Poppins" pitchFamily="2" charset="77"/>
                <a:ea typeface="League Spartan" charset="0"/>
                <a:cs typeface="Poppins" pitchFamily="2" charset="77"/>
              </a:rPr>
            </a:br>
            <a:r>
              <a:rPr lang="pt-BR" sz="2800" b="1" kern="1200" dirty="0">
                <a:solidFill>
                  <a:srgbClr val="FFFFFF"/>
                </a:solidFill>
                <a:latin typeface="Poppins" pitchFamily="2" charset="77"/>
                <a:ea typeface="League Spartan" charset="0"/>
                <a:cs typeface="Poppins" pitchFamily="2" charset="77"/>
              </a:rPr>
              <a:t>CONTATO</a:t>
            </a:r>
          </a:p>
        </p:txBody>
      </p:sp>
      <p:sp>
        <p:nvSpPr>
          <p:cNvPr id="53" name="TextBox 49">
            <a:extLst>
              <a:ext uri="{FF2B5EF4-FFF2-40B4-BE49-F238E27FC236}">
                <a16:creationId xmlns:a16="http://schemas.microsoft.com/office/drawing/2014/main" id="{E4CB7FFA-038A-BE6E-4EB6-4FA1997612F9}"/>
              </a:ext>
            </a:extLst>
          </p:cNvPr>
          <p:cNvSpPr txBox="1"/>
          <p:nvPr/>
        </p:nvSpPr>
        <p:spPr>
          <a:xfrm>
            <a:off x="1807852" y="8340073"/>
            <a:ext cx="1822935" cy="52322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txBody>
          <a:bodyPr wrap="none" rtlCol="0" anchor="ctr" anchorCtr="0">
            <a:spAutoFit/>
          </a:bodyPr>
          <a:lstStyle/>
          <a:p>
            <a:pPr defTabSz="1828434" rtl="0">
              <a:defRPr/>
            </a:pPr>
            <a:r>
              <a:rPr lang="pt-BR" sz="2800" b="1" kern="1200" dirty="0">
                <a:solidFill>
                  <a:srgbClr val="FFFFFF"/>
                </a:solidFill>
                <a:latin typeface="Poppins" pitchFamily="2" charset="77"/>
                <a:ea typeface="League Spartan" charset="0"/>
                <a:cs typeface="Poppins" pitchFamily="2" charset="77"/>
              </a:rPr>
              <a:t>MEDIDAS</a:t>
            </a:r>
          </a:p>
        </p:txBody>
      </p:sp>
      <p:sp>
        <p:nvSpPr>
          <p:cNvPr id="54" name="TextBox 50">
            <a:extLst>
              <a:ext uri="{FF2B5EF4-FFF2-40B4-BE49-F238E27FC236}">
                <a16:creationId xmlns:a16="http://schemas.microsoft.com/office/drawing/2014/main" id="{E20A9BE4-4B6B-E48C-A37F-62A9134291D2}"/>
              </a:ext>
            </a:extLst>
          </p:cNvPr>
          <p:cNvSpPr txBox="1"/>
          <p:nvPr/>
        </p:nvSpPr>
        <p:spPr>
          <a:xfrm>
            <a:off x="1709268" y="10513980"/>
            <a:ext cx="2020105" cy="52322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txBody>
          <a:bodyPr wrap="none" rtlCol="0" anchor="ctr" anchorCtr="0">
            <a:spAutoFit/>
          </a:bodyPr>
          <a:lstStyle/>
          <a:p>
            <a:pPr defTabSz="1828434" rtl="0">
              <a:defRPr/>
            </a:pPr>
            <a:r>
              <a:rPr lang="pt-BR" sz="2800" b="1" kern="1200" dirty="0">
                <a:solidFill>
                  <a:srgbClr val="FFFFFF"/>
                </a:solidFill>
                <a:latin typeface="Poppins" pitchFamily="2" charset="77"/>
                <a:ea typeface="League Spartan" charset="0"/>
                <a:cs typeface="Poppins" pitchFamily="2" charset="77"/>
              </a:rPr>
              <a:t>MÉTRICAS</a:t>
            </a:r>
          </a:p>
        </p:txBody>
      </p:sp>
      <p:sp>
        <p:nvSpPr>
          <p:cNvPr id="56" name="TextBox 52">
            <a:extLst>
              <a:ext uri="{FF2B5EF4-FFF2-40B4-BE49-F238E27FC236}">
                <a16:creationId xmlns:a16="http://schemas.microsoft.com/office/drawing/2014/main" id="{3906ED4D-88D8-86E8-683A-CFE9E85DDD35}"/>
              </a:ext>
            </a:extLst>
          </p:cNvPr>
          <p:cNvSpPr txBox="1"/>
          <p:nvPr/>
        </p:nvSpPr>
        <p:spPr>
          <a:xfrm>
            <a:off x="5681056" y="4104859"/>
            <a:ext cx="2714205" cy="461665"/>
          </a:xfrm>
          <a:prstGeom prst="rect">
            <a:avLst/>
          </a:prstGeom>
          <a:noFill/>
        </p:spPr>
        <p:txBody>
          <a:bodyPr wrap="none" rtlCol="0" anchor="ctr" anchorCtr="0">
            <a:spAutoFit/>
          </a:bodyPr>
          <a:lstStyle/>
          <a:p>
            <a:pPr defTabSz="1828434" rtl="0">
              <a:defRPr/>
            </a:pPr>
            <a:r>
              <a:rPr lang="pt-BR" sz="2400" b="1" kern="1200" dirty="0">
                <a:solidFill>
                  <a:srgbClr val="FFFFFF"/>
                </a:solidFill>
                <a:latin typeface="Poppins" pitchFamily="2" charset="77"/>
                <a:ea typeface="League Spartan" charset="0"/>
                <a:cs typeface="Poppins" pitchFamily="2" charset="77"/>
              </a:rPr>
              <a:t>RECRUTAMENTO</a:t>
            </a:r>
          </a:p>
        </p:txBody>
      </p:sp>
      <p:sp>
        <p:nvSpPr>
          <p:cNvPr id="57" name="TextBox 53">
            <a:extLst>
              <a:ext uri="{FF2B5EF4-FFF2-40B4-BE49-F238E27FC236}">
                <a16:creationId xmlns:a16="http://schemas.microsoft.com/office/drawing/2014/main" id="{E860FE19-9063-803F-C04A-26FECEC123B1}"/>
              </a:ext>
            </a:extLst>
          </p:cNvPr>
          <p:cNvSpPr txBox="1"/>
          <p:nvPr/>
        </p:nvSpPr>
        <p:spPr>
          <a:xfrm>
            <a:off x="10504305" y="4104859"/>
            <a:ext cx="2613216" cy="461665"/>
          </a:xfrm>
          <a:prstGeom prst="rect">
            <a:avLst/>
          </a:prstGeom>
          <a:noFill/>
        </p:spPr>
        <p:txBody>
          <a:bodyPr wrap="none" rtlCol="0" anchor="ctr" anchorCtr="0">
            <a:spAutoFit/>
          </a:bodyPr>
          <a:lstStyle/>
          <a:p>
            <a:pPr defTabSz="1828434" rtl="0">
              <a:defRPr/>
            </a:pPr>
            <a:r>
              <a:rPr lang="pt-BR" sz="2400" b="1" kern="1200" dirty="0">
                <a:solidFill>
                  <a:srgbClr val="FFFFFF"/>
                </a:solidFill>
                <a:latin typeface="Poppins" pitchFamily="2" charset="77"/>
                <a:ea typeface="League Spartan" charset="0"/>
                <a:cs typeface="Poppins" pitchFamily="2" charset="77"/>
              </a:rPr>
              <a:t>CONTRATAÇÃO</a:t>
            </a:r>
          </a:p>
        </p:txBody>
      </p:sp>
      <p:sp>
        <p:nvSpPr>
          <p:cNvPr id="58" name="TextBox 54">
            <a:extLst>
              <a:ext uri="{FF2B5EF4-FFF2-40B4-BE49-F238E27FC236}">
                <a16:creationId xmlns:a16="http://schemas.microsoft.com/office/drawing/2014/main" id="{5657A622-DCF4-57AA-8E34-0EE6BF5D709F}"/>
              </a:ext>
            </a:extLst>
          </p:cNvPr>
          <p:cNvSpPr txBox="1"/>
          <p:nvPr/>
        </p:nvSpPr>
        <p:spPr>
          <a:xfrm>
            <a:off x="14862804" y="4104859"/>
            <a:ext cx="3195106" cy="461665"/>
          </a:xfrm>
          <a:prstGeom prst="rect">
            <a:avLst/>
          </a:prstGeom>
          <a:noFill/>
        </p:spPr>
        <p:txBody>
          <a:bodyPr wrap="none" rtlCol="0" anchor="ctr" anchorCtr="0">
            <a:spAutoFit/>
          </a:bodyPr>
          <a:lstStyle/>
          <a:p>
            <a:pPr defTabSz="1828434" rtl="0">
              <a:defRPr/>
            </a:pPr>
            <a:r>
              <a:rPr lang="pt-BR" sz="2400" b="1" kern="1200" dirty="0">
                <a:solidFill>
                  <a:srgbClr val="FFFFFF"/>
                </a:solidFill>
                <a:latin typeface="Poppins" pitchFamily="2" charset="77"/>
                <a:ea typeface="League Spartan" charset="0"/>
                <a:cs typeface="Poppins" pitchFamily="2" charset="77"/>
              </a:rPr>
              <a:t>DESENVOLVIMENTO</a:t>
            </a:r>
          </a:p>
        </p:txBody>
      </p:sp>
      <p:sp>
        <p:nvSpPr>
          <p:cNvPr id="59" name="TextBox 55">
            <a:extLst>
              <a:ext uri="{FF2B5EF4-FFF2-40B4-BE49-F238E27FC236}">
                <a16:creationId xmlns:a16="http://schemas.microsoft.com/office/drawing/2014/main" id="{9D7A0BF9-BB04-AA24-52F6-1AF3367019F9}"/>
              </a:ext>
            </a:extLst>
          </p:cNvPr>
          <p:cNvSpPr txBox="1"/>
          <p:nvPr/>
        </p:nvSpPr>
        <p:spPr>
          <a:xfrm>
            <a:off x="19825641" y="4104859"/>
            <a:ext cx="2568332" cy="461665"/>
          </a:xfrm>
          <a:prstGeom prst="rect">
            <a:avLst/>
          </a:prstGeom>
          <a:noFill/>
        </p:spPr>
        <p:txBody>
          <a:bodyPr wrap="none" rtlCol="0" anchor="ctr" anchorCtr="0">
            <a:spAutoFit/>
          </a:bodyPr>
          <a:lstStyle/>
          <a:p>
            <a:pPr defTabSz="1828434" rtl="0">
              <a:defRPr/>
            </a:pPr>
            <a:r>
              <a:rPr lang="pt-BR" sz="2400" b="1" kern="1200" dirty="0">
                <a:solidFill>
                  <a:srgbClr val="FFFFFF"/>
                </a:solidFill>
                <a:latin typeface="Poppins" pitchFamily="2" charset="77"/>
                <a:ea typeface="League Spartan" charset="0"/>
                <a:cs typeface="Poppins" pitchFamily="2" charset="77"/>
              </a:rPr>
              <a:t>DESLIGAMENTO</a:t>
            </a:r>
          </a:p>
        </p:txBody>
      </p:sp>
      <p:sp>
        <p:nvSpPr>
          <p:cNvPr id="60" name="Subtitle 2">
            <a:extLst>
              <a:ext uri="{FF2B5EF4-FFF2-40B4-BE49-F238E27FC236}">
                <a16:creationId xmlns:a16="http://schemas.microsoft.com/office/drawing/2014/main" id="{64224570-5114-218B-02F7-33889376D5EB}"/>
              </a:ext>
            </a:extLst>
          </p:cNvPr>
          <p:cNvSpPr txBox="1">
            <a:spLocks/>
          </p:cNvSpPr>
          <p:nvPr/>
        </p:nvSpPr>
        <p:spPr>
          <a:xfrm>
            <a:off x="4854944" y="10303920"/>
            <a:ext cx="4296142" cy="943335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>
            <a:lvl1pPr marL="0" indent="0" algn="ctr" defTabSz="1087636" rtl="0" eaLnBrk="1" latinLnBrk="0" hangingPunct="1">
              <a:lnSpc>
                <a:spcPct val="120000"/>
              </a:lnSpc>
              <a:spcBef>
                <a:spcPct val="20000"/>
              </a:spcBef>
              <a:buFont typeface="Arial"/>
              <a:buNone/>
              <a:defRPr sz="2400" kern="1200">
                <a:solidFill>
                  <a:schemeClr val="tx2"/>
                </a:solidFill>
                <a:latin typeface="Open Sans Light"/>
                <a:ea typeface="+mn-ea"/>
                <a:cs typeface="Open Sans Light"/>
              </a:defRPr>
            </a:lvl1pPr>
            <a:lvl2pPr marL="108763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2pPr>
            <a:lvl3pPr marL="2175271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3pPr>
            <a:lvl4pPr marL="3262912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4pPr>
            <a:lvl5pPr marL="435054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5pPr>
            <a:lvl6pPr marL="5438184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6525820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7613455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8701091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3500"/>
              </a:lnSpc>
              <a:spcBef>
                <a:spcPts val="0"/>
              </a:spcBef>
              <a:defRPr/>
            </a:pPr>
            <a:r>
              <a:rPr lang="pt-BR" dirty="0">
                <a:solidFill>
                  <a:srgbClr val="FFFFFF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Mukta ExtraLight" panose="020B0000000000000000" pitchFamily="34" charset="77"/>
              </a:rPr>
              <a:t>Consentimentos e revogações</a:t>
            </a:r>
          </a:p>
          <a:p>
            <a:pPr>
              <a:lnSpc>
                <a:spcPts val="3500"/>
              </a:lnSpc>
              <a:spcBef>
                <a:spcPts val="0"/>
              </a:spcBef>
              <a:defRPr/>
            </a:pPr>
            <a:r>
              <a:rPr lang="pt-BR" dirty="0">
                <a:solidFill>
                  <a:srgbClr val="FFFFFF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Mukta ExtraLight" panose="020B0000000000000000" pitchFamily="34" charset="77"/>
              </a:rPr>
              <a:t>Auditorias</a:t>
            </a:r>
          </a:p>
        </p:txBody>
      </p:sp>
      <p:sp>
        <p:nvSpPr>
          <p:cNvPr id="61" name="Subtitle 2">
            <a:extLst>
              <a:ext uri="{FF2B5EF4-FFF2-40B4-BE49-F238E27FC236}">
                <a16:creationId xmlns:a16="http://schemas.microsoft.com/office/drawing/2014/main" id="{5420BCD6-CF46-0B60-6827-42592E65D9BD}"/>
              </a:ext>
            </a:extLst>
          </p:cNvPr>
          <p:cNvSpPr txBox="1">
            <a:spLocks/>
          </p:cNvSpPr>
          <p:nvPr/>
        </p:nvSpPr>
        <p:spPr>
          <a:xfrm>
            <a:off x="4854944" y="11721795"/>
            <a:ext cx="4296142" cy="943335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>
            <a:lvl1pPr marL="0" indent="0" algn="ctr" defTabSz="1087636" rtl="0" eaLnBrk="1" latinLnBrk="0" hangingPunct="1">
              <a:lnSpc>
                <a:spcPct val="120000"/>
              </a:lnSpc>
              <a:spcBef>
                <a:spcPct val="20000"/>
              </a:spcBef>
              <a:buFont typeface="Arial"/>
              <a:buNone/>
              <a:defRPr sz="2400" kern="1200">
                <a:solidFill>
                  <a:schemeClr val="tx2"/>
                </a:solidFill>
                <a:latin typeface="Open Sans Light"/>
                <a:ea typeface="+mn-ea"/>
                <a:cs typeface="Open Sans Light"/>
              </a:defRPr>
            </a:lvl1pPr>
            <a:lvl2pPr marL="108763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2pPr>
            <a:lvl3pPr marL="2175271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3pPr>
            <a:lvl4pPr marL="3262912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4pPr>
            <a:lvl5pPr marL="435054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5pPr>
            <a:lvl6pPr marL="5438184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6525820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7613455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8701091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3500"/>
              </a:lnSpc>
              <a:spcBef>
                <a:spcPts val="0"/>
              </a:spcBef>
              <a:defRPr/>
            </a:pPr>
            <a:r>
              <a:rPr lang="pt-BR" dirty="0">
                <a:solidFill>
                  <a:srgbClr val="FFFFFF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Mukta ExtraLight" panose="020B0000000000000000" pitchFamily="34" charset="77"/>
              </a:rPr>
              <a:t>Monitoramentos</a:t>
            </a:r>
          </a:p>
          <a:p>
            <a:pPr>
              <a:lnSpc>
                <a:spcPts val="3500"/>
              </a:lnSpc>
              <a:spcBef>
                <a:spcPts val="0"/>
              </a:spcBef>
              <a:defRPr/>
            </a:pPr>
            <a:r>
              <a:rPr lang="pt-BR" dirty="0">
                <a:solidFill>
                  <a:srgbClr val="FFFFFF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Mukta ExtraLight" panose="020B0000000000000000" pitchFamily="34" charset="77"/>
              </a:rPr>
              <a:t>Dicas para entrevistas</a:t>
            </a:r>
          </a:p>
        </p:txBody>
      </p:sp>
      <p:sp>
        <p:nvSpPr>
          <p:cNvPr id="62" name="Subtitle 2">
            <a:extLst>
              <a:ext uri="{FF2B5EF4-FFF2-40B4-BE49-F238E27FC236}">
                <a16:creationId xmlns:a16="http://schemas.microsoft.com/office/drawing/2014/main" id="{654D04F0-CBCA-50B8-04F1-51E902D93977}"/>
              </a:ext>
            </a:extLst>
          </p:cNvPr>
          <p:cNvSpPr txBox="1">
            <a:spLocks/>
          </p:cNvSpPr>
          <p:nvPr/>
        </p:nvSpPr>
        <p:spPr>
          <a:xfrm>
            <a:off x="9609490" y="10528341"/>
            <a:ext cx="4296142" cy="494494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>
            <a:lvl1pPr marL="0" indent="0" algn="ctr" defTabSz="1087636" rtl="0" eaLnBrk="1" latinLnBrk="0" hangingPunct="1">
              <a:lnSpc>
                <a:spcPct val="120000"/>
              </a:lnSpc>
              <a:spcBef>
                <a:spcPct val="20000"/>
              </a:spcBef>
              <a:buFont typeface="Arial"/>
              <a:buNone/>
              <a:defRPr sz="2400" kern="1200">
                <a:solidFill>
                  <a:schemeClr val="tx2"/>
                </a:solidFill>
                <a:latin typeface="Open Sans Light"/>
                <a:ea typeface="+mn-ea"/>
                <a:cs typeface="Open Sans Light"/>
              </a:defRPr>
            </a:lvl1pPr>
            <a:lvl2pPr marL="108763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2pPr>
            <a:lvl3pPr marL="2175271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3pPr>
            <a:lvl4pPr marL="3262912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4pPr>
            <a:lvl5pPr marL="435054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5pPr>
            <a:lvl6pPr marL="5438184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6525820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7613455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8701091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3500"/>
              </a:lnSpc>
              <a:defRPr/>
            </a:pPr>
            <a:r>
              <a:rPr lang="pt-BR" dirty="0">
                <a:solidFill>
                  <a:srgbClr val="FFFFFF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Mukta ExtraLight" panose="020B0000000000000000" pitchFamily="34" charset="77"/>
              </a:rPr>
              <a:t>Nível de compreensão</a:t>
            </a:r>
          </a:p>
        </p:txBody>
      </p:sp>
      <p:sp>
        <p:nvSpPr>
          <p:cNvPr id="63" name="Subtitle 2">
            <a:extLst>
              <a:ext uri="{FF2B5EF4-FFF2-40B4-BE49-F238E27FC236}">
                <a16:creationId xmlns:a16="http://schemas.microsoft.com/office/drawing/2014/main" id="{51E3ED8D-FE38-31E5-E607-7CED38DCD5F0}"/>
              </a:ext>
            </a:extLst>
          </p:cNvPr>
          <p:cNvSpPr txBox="1">
            <a:spLocks/>
          </p:cNvSpPr>
          <p:nvPr/>
        </p:nvSpPr>
        <p:spPr>
          <a:xfrm>
            <a:off x="9609490" y="11721796"/>
            <a:ext cx="4296142" cy="943335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>
            <a:lvl1pPr marL="0" indent="0" algn="ctr" defTabSz="1087636" rtl="0" eaLnBrk="1" latinLnBrk="0" hangingPunct="1">
              <a:lnSpc>
                <a:spcPct val="120000"/>
              </a:lnSpc>
              <a:spcBef>
                <a:spcPct val="20000"/>
              </a:spcBef>
              <a:buFont typeface="Arial"/>
              <a:buNone/>
              <a:defRPr sz="2400" kern="1200">
                <a:solidFill>
                  <a:schemeClr val="tx2"/>
                </a:solidFill>
                <a:latin typeface="Open Sans Light"/>
                <a:ea typeface="+mn-ea"/>
                <a:cs typeface="Open Sans Light"/>
              </a:defRPr>
            </a:lvl1pPr>
            <a:lvl2pPr marL="108763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2pPr>
            <a:lvl3pPr marL="2175271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3pPr>
            <a:lvl4pPr marL="3262912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4pPr>
            <a:lvl5pPr marL="435054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5pPr>
            <a:lvl6pPr marL="5438184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6525820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7613455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8701091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3500"/>
              </a:lnSpc>
              <a:defRPr/>
            </a:pPr>
            <a:r>
              <a:rPr lang="pt-BR" dirty="0">
                <a:solidFill>
                  <a:srgbClr val="FFFFFF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Mukta ExtraLight" panose="020B0000000000000000" pitchFamily="34" charset="77"/>
              </a:rPr>
              <a:t>Disponibilizar as trilhas de formação</a:t>
            </a:r>
          </a:p>
        </p:txBody>
      </p:sp>
      <p:sp>
        <p:nvSpPr>
          <p:cNvPr id="64" name="Subtitle 2">
            <a:extLst>
              <a:ext uri="{FF2B5EF4-FFF2-40B4-BE49-F238E27FC236}">
                <a16:creationId xmlns:a16="http://schemas.microsoft.com/office/drawing/2014/main" id="{6CFE3871-C63D-B9D4-7283-235F5EDF0A25}"/>
              </a:ext>
            </a:extLst>
          </p:cNvPr>
          <p:cNvSpPr txBox="1">
            <a:spLocks/>
          </p:cNvSpPr>
          <p:nvPr/>
        </p:nvSpPr>
        <p:spPr>
          <a:xfrm>
            <a:off x="14365630" y="10266987"/>
            <a:ext cx="4296142" cy="1017202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>
            <a:lvl1pPr marL="0" indent="0" algn="ctr" defTabSz="1087636" rtl="0" eaLnBrk="1" latinLnBrk="0" hangingPunct="1">
              <a:lnSpc>
                <a:spcPct val="120000"/>
              </a:lnSpc>
              <a:spcBef>
                <a:spcPct val="20000"/>
              </a:spcBef>
              <a:buFont typeface="Arial"/>
              <a:buNone/>
              <a:defRPr sz="2400" kern="1200">
                <a:solidFill>
                  <a:schemeClr val="tx2"/>
                </a:solidFill>
                <a:latin typeface="Open Sans Light"/>
                <a:ea typeface="+mn-ea"/>
                <a:cs typeface="Open Sans Light"/>
              </a:defRPr>
            </a:lvl1pPr>
            <a:lvl2pPr marL="108763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2pPr>
            <a:lvl3pPr marL="2175271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3pPr>
            <a:lvl4pPr marL="3262912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4pPr>
            <a:lvl5pPr marL="435054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5pPr>
            <a:lvl6pPr marL="5438184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6525820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7613455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8701091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3500"/>
              </a:lnSpc>
              <a:defRPr/>
            </a:pPr>
            <a:r>
              <a:rPr lang="pt-BR" dirty="0">
                <a:solidFill>
                  <a:srgbClr val="FFFFFF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Mukta ExtraLight" panose="020B0000000000000000" pitchFamily="34" charset="77"/>
              </a:rPr>
              <a:t>Histórico de formação</a:t>
            </a:r>
          </a:p>
          <a:p>
            <a:pPr>
              <a:lnSpc>
                <a:spcPts val="3500"/>
              </a:lnSpc>
              <a:defRPr/>
            </a:pPr>
            <a:r>
              <a:rPr lang="pt-BR" dirty="0">
                <a:solidFill>
                  <a:srgbClr val="FFFFFF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Mukta ExtraLight" panose="020B0000000000000000" pitchFamily="34" charset="77"/>
              </a:rPr>
              <a:t>Evidências </a:t>
            </a:r>
          </a:p>
        </p:txBody>
      </p:sp>
      <p:sp>
        <p:nvSpPr>
          <p:cNvPr id="65" name="Subtitle 2">
            <a:extLst>
              <a:ext uri="{FF2B5EF4-FFF2-40B4-BE49-F238E27FC236}">
                <a16:creationId xmlns:a16="http://schemas.microsoft.com/office/drawing/2014/main" id="{937FB5DF-8EDA-CB02-361C-2EAC4747DC2B}"/>
              </a:ext>
            </a:extLst>
          </p:cNvPr>
          <p:cNvSpPr txBox="1">
            <a:spLocks/>
          </p:cNvSpPr>
          <p:nvPr/>
        </p:nvSpPr>
        <p:spPr>
          <a:xfrm>
            <a:off x="14365630" y="11488970"/>
            <a:ext cx="4296142" cy="1381276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>
            <a:lvl1pPr marL="0" indent="0" algn="ctr" defTabSz="1087636" rtl="0" eaLnBrk="1" latinLnBrk="0" hangingPunct="1">
              <a:lnSpc>
                <a:spcPct val="120000"/>
              </a:lnSpc>
              <a:spcBef>
                <a:spcPct val="20000"/>
              </a:spcBef>
              <a:buFont typeface="Arial"/>
              <a:buNone/>
              <a:defRPr sz="2400" kern="1200">
                <a:solidFill>
                  <a:schemeClr val="tx2"/>
                </a:solidFill>
                <a:latin typeface="Open Sans Light"/>
                <a:ea typeface="+mn-ea"/>
                <a:cs typeface="Open Sans Light"/>
              </a:defRPr>
            </a:lvl1pPr>
            <a:lvl2pPr marL="108763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2pPr>
            <a:lvl3pPr marL="2175271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3pPr>
            <a:lvl4pPr marL="3262912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4pPr>
            <a:lvl5pPr marL="435054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5pPr>
            <a:lvl6pPr marL="5438184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6525820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7613455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8701091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3500"/>
              </a:lnSpc>
              <a:spcBef>
                <a:spcPts val="0"/>
              </a:spcBef>
              <a:defRPr/>
            </a:pPr>
            <a:r>
              <a:rPr lang="pt-BR" sz="2000" dirty="0">
                <a:solidFill>
                  <a:srgbClr val="FFFFFF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Mukta ExtraLight" panose="020B0000000000000000" pitchFamily="34" charset="77"/>
              </a:rPr>
              <a:t>Plataforma de educação</a:t>
            </a:r>
          </a:p>
          <a:p>
            <a:pPr>
              <a:lnSpc>
                <a:spcPts val="3500"/>
              </a:lnSpc>
              <a:spcBef>
                <a:spcPts val="0"/>
              </a:spcBef>
              <a:defRPr/>
            </a:pPr>
            <a:r>
              <a:rPr lang="pt-BR" sz="2000" dirty="0">
                <a:solidFill>
                  <a:srgbClr val="FFFFFF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Mukta ExtraLight" panose="020B0000000000000000" pitchFamily="34" charset="77"/>
              </a:rPr>
              <a:t>Conteúdos atualizados</a:t>
            </a:r>
          </a:p>
          <a:p>
            <a:pPr>
              <a:lnSpc>
                <a:spcPts val="3500"/>
              </a:lnSpc>
              <a:spcBef>
                <a:spcPts val="0"/>
              </a:spcBef>
              <a:defRPr/>
            </a:pPr>
            <a:r>
              <a:rPr lang="pt-BR" sz="2000" dirty="0">
                <a:solidFill>
                  <a:srgbClr val="FFFFFF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Mukta ExtraLight" panose="020B0000000000000000" pitchFamily="34" charset="77"/>
              </a:rPr>
              <a:t>Acompanhamentos individuais</a:t>
            </a:r>
          </a:p>
        </p:txBody>
      </p:sp>
      <p:sp>
        <p:nvSpPr>
          <p:cNvPr id="66" name="Subtitle 2">
            <a:extLst>
              <a:ext uri="{FF2B5EF4-FFF2-40B4-BE49-F238E27FC236}">
                <a16:creationId xmlns:a16="http://schemas.microsoft.com/office/drawing/2014/main" id="{5CE5F5BA-25F4-497A-D089-D48457891121}"/>
              </a:ext>
            </a:extLst>
          </p:cNvPr>
          <p:cNvSpPr txBox="1">
            <a:spLocks/>
          </p:cNvSpPr>
          <p:nvPr/>
        </p:nvSpPr>
        <p:spPr>
          <a:xfrm>
            <a:off x="19121221" y="10528341"/>
            <a:ext cx="4296142" cy="494494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>
            <a:lvl1pPr marL="0" indent="0" algn="ctr" defTabSz="1087636" rtl="0" eaLnBrk="1" latinLnBrk="0" hangingPunct="1">
              <a:lnSpc>
                <a:spcPct val="120000"/>
              </a:lnSpc>
              <a:spcBef>
                <a:spcPct val="20000"/>
              </a:spcBef>
              <a:buFont typeface="Arial"/>
              <a:buNone/>
              <a:defRPr sz="2400" kern="1200">
                <a:solidFill>
                  <a:schemeClr val="tx2"/>
                </a:solidFill>
                <a:latin typeface="Open Sans Light"/>
                <a:ea typeface="+mn-ea"/>
                <a:cs typeface="Open Sans Light"/>
              </a:defRPr>
            </a:lvl1pPr>
            <a:lvl2pPr marL="108763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2pPr>
            <a:lvl3pPr marL="2175271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3pPr>
            <a:lvl4pPr marL="3262912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4pPr>
            <a:lvl5pPr marL="435054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5pPr>
            <a:lvl6pPr marL="5438184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6525820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7613455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8701091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3500"/>
              </a:lnSpc>
              <a:defRPr/>
            </a:pPr>
            <a:r>
              <a:rPr lang="pt-BR" dirty="0">
                <a:solidFill>
                  <a:srgbClr val="FFFFFF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Mukta ExtraLight" panose="020B0000000000000000" pitchFamily="34" charset="77"/>
              </a:rPr>
              <a:t>Assinaturas e termos</a:t>
            </a:r>
          </a:p>
        </p:txBody>
      </p:sp>
      <p:sp>
        <p:nvSpPr>
          <p:cNvPr id="67" name="Subtitle 2">
            <a:extLst>
              <a:ext uri="{FF2B5EF4-FFF2-40B4-BE49-F238E27FC236}">
                <a16:creationId xmlns:a16="http://schemas.microsoft.com/office/drawing/2014/main" id="{2B16878C-B2E4-6A7E-4197-EC329D89E545}"/>
              </a:ext>
            </a:extLst>
          </p:cNvPr>
          <p:cNvSpPr txBox="1">
            <a:spLocks/>
          </p:cNvSpPr>
          <p:nvPr/>
        </p:nvSpPr>
        <p:spPr>
          <a:xfrm>
            <a:off x="19121221" y="11946216"/>
            <a:ext cx="4296142" cy="494494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>
            <a:lvl1pPr marL="0" indent="0" algn="ctr" defTabSz="1087636" rtl="0" eaLnBrk="1" latinLnBrk="0" hangingPunct="1">
              <a:lnSpc>
                <a:spcPct val="120000"/>
              </a:lnSpc>
              <a:spcBef>
                <a:spcPct val="20000"/>
              </a:spcBef>
              <a:buFont typeface="Arial"/>
              <a:buNone/>
              <a:defRPr sz="2400" kern="1200">
                <a:solidFill>
                  <a:schemeClr val="tx2"/>
                </a:solidFill>
                <a:latin typeface="Open Sans Light"/>
                <a:ea typeface="+mn-ea"/>
                <a:cs typeface="Open Sans Light"/>
              </a:defRPr>
            </a:lvl1pPr>
            <a:lvl2pPr marL="108763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2pPr>
            <a:lvl3pPr marL="2175271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3pPr>
            <a:lvl4pPr marL="3262912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4pPr>
            <a:lvl5pPr marL="435054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5pPr>
            <a:lvl6pPr marL="5438184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6525820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7613455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8701091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3500"/>
              </a:lnSpc>
              <a:defRPr/>
            </a:pPr>
            <a:r>
              <a:rPr lang="pt-BR" dirty="0">
                <a:solidFill>
                  <a:srgbClr val="FFFFFF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Mukta ExtraLight" panose="020B0000000000000000" pitchFamily="34" charset="77"/>
              </a:rPr>
              <a:t>Evidências</a:t>
            </a:r>
          </a:p>
        </p:txBody>
      </p:sp>
      <p:sp>
        <p:nvSpPr>
          <p:cNvPr id="68" name="Subtitle 2">
            <a:extLst>
              <a:ext uri="{FF2B5EF4-FFF2-40B4-BE49-F238E27FC236}">
                <a16:creationId xmlns:a16="http://schemas.microsoft.com/office/drawing/2014/main" id="{401A6199-61E9-E6C4-3BBD-E6C4D251F60E}"/>
              </a:ext>
            </a:extLst>
          </p:cNvPr>
          <p:cNvSpPr txBox="1">
            <a:spLocks/>
          </p:cNvSpPr>
          <p:nvPr/>
        </p:nvSpPr>
        <p:spPr>
          <a:xfrm>
            <a:off x="19121221" y="8088507"/>
            <a:ext cx="4296142" cy="1017202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>
            <a:lvl1pPr marL="0" indent="0" algn="ctr" defTabSz="1087636" rtl="0" eaLnBrk="1" latinLnBrk="0" hangingPunct="1">
              <a:lnSpc>
                <a:spcPct val="120000"/>
              </a:lnSpc>
              <a:spcBef>
                <a:spcPct val="20000"/>
              </a:spcBef>
              <a:buFont typeface="Arial"/>
              <a:buNone/>
              <a:defRPr sz="2400" kern="1200">
                <a:solidFill>
                  <a:schemeClr val="tx2"/>
                </a:solidFill>
                <a:latin typeface="Open Sans Light"/>
                <a:ea typeface="+mn-ea"/>
                <a:cs typeface="Open Sans Light"/>
              </a:defRPr>
            </a:lvl1pPr>
            <a:lvl2pPr marL="108763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2pPr>
            <a:lvl3pPr marL="2175271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3pPr>
            <a:lvl4pPr marL="3262912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4pPr>
            <a:lvl5pPr marL="435054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5pPr>
            <a:lvl6pPr marL="5438184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6525820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7613455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8701091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3500"/>
              </a:lnSpc>
              <a:defRPr/>
            </a:pPr>
            <a:r>
              <a:rPr lang="pt-BR" dirty="0">
                <a:solidFill>
                  <a:srgbClr val="FFFFFF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Mukta ExtraLight" panose="020B0000000000000000" pitchFamily="34" charset="77"/>
              </a:rPr>
              <a:t>Restrições de acesso</a:t>
            </a:r>
          </a:p>
          <a:p>
            <a:pPr>
              <a:lnSpc>
                <a:spcPts val="3500"/>
              </a:lnSpc>
              <a:defRPr/>
            </a:pPr>
            <a:r>
              <a:rPr lang="pt-BR" dirty="0">
                <a:solidFill>
                  <a:srgbClr val="FFFFFF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Mukta ExtraLight" panose="020B0000000000000000" pitchFamily="34" charset="77"/>
              </a:rPr>
              <a:t>Orientações sobre privacidade</a:t>
            </a:r>
          </a:p>
        </p:txBody>
      </p:sp>
      <p:sp>
        <p:nvSpPr>
          <p:cNvPr id="69" name="Subtitle 2">
            <a:extLst>
              <a:ext uri="{FF2B5EF4-FFF2-40B4-BE49-F238E27FC236}">
                <a16:creationId xmlns:a16="http://schemas.microsoft.com/office/drawing/2014/main" id="{51AABD09-4207-FC60-2442-ABCE3FB11A72}"/>
              </a:ext>
            </a:extLst>
          </p:cNvPr>
          <p:cNvSpPr txBox="1">
            <a:spLocks/>
          </p:cNvSpPr>
          <p:nvPr/>
        </p:nvSpPr>
        <p:spPr>
          <a:xfrm>
            <a:off x="14258937" y="7892600"/>
            <a:ext cx="4543817" cy="1381276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>
            <a:lvl1pPr marL="0" indent="0" algn="ctr" defTabSz="1087636" rtl="0" eaLnBrk="1" latinLnBrk="0" hangingPunct="1">
              <a:lnSpc>
                <a:spcPct val="120000"/>
              </a:lnSpc>
              <a:spcBef>
                <a:spcPct val="20000"/>
              </a:spcBef>
              <a:buFont typeface="Arial"/>
              <a:buNone/>
              <a:defRPr sz="2400" kern="1200">
                <a:solidFill>
                  <a:schemeClr val="tx2"/>
                </a:solidFill>
                <a:latin typeface="Open Sans Light"/>
                <a:ea typeface="+mn-ea"/>
                <a:cs typeface="Open Sans Light"/>
              </a:defRPr>
            </a:lvl1pPr>
            <a:lvl2pPr marL="108763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2pPr>
            <a:lvl3pPr marL="2175271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3pPr>
            <a:lvl4pPr marL="3262912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4pPr>
            <a:lvl5pPr marL="435054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5pPr>
            <a:lvl6pPr marL="5438184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6525820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7613455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8701091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3500"/>
              </a:lnSpc>
              <a:spcBef>
                <a:spcPts val="0"/>
              </a:spcBef>
              <a:defRPr/>
            </a:pPr>
            <a:r>
              <a:rPr lang="pt-BR" sz="2000" dirty="0">
                <a:solidFill>
                  <a:srgbClr val="FFFFFF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Mukta ExtraLight" panose="020B0000000000000000" pitchFamily="34" charset="77"/>
              </a:rPr>
              <a:t>Trilhas de LGPD, SI e Engenharia Social</a:t>
            </a:r>
          </a:p>
          <a:p>
            <a:pPr>
              <a:lnSpc>
                <a:spcPts val="3500"/>
              </a:lnSpc>
              <a:spcBef>
                <a:spcPts val="0"/>
              </a:spcBef>
              <a:defRPr/>
            </a:pPr>
            <a:r>
              <a:rPr lang="pt-BR" sz="2000" dirty="0">
                <a:solidFill>
                  <a:srgbClr val="FFFFFF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Mukta ExtraLight" panose="020B0000000000000000" pitchFamily="34" charset="77"/>
              </a:rPr>
              <a:t>Avaliação do grau de compreensão</a:t>
            </a:r>
          </a:p>
          <a:p>
            <a:pPr>
              <a:lnSpc>
                <a:spcPts val="3500"/>
              </a:lnSpc>
              <a:spcBef>
                <a:spcPts val="0"/>
              </a:spcBef>
              <a:defRPr/>
            </a:pPr>
            <a:r>
              <a:rPr lang="pt-BR" sz="2000" dirty="0">
                <a:solidFill>
                  <a:srgbClr val="FFFFFF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Mukta ExtraLight" panose="020B0000000000000000" pitchFamily="34" charset="77"/>
              </a:rPr>
              <a:t>Gamificação e  Reconhecimentos</a:t>
            </a:r>
          </a:p>
        </p:txBody>
      </p:sp>
      <p:sp>
        <p:nvSpPr>
          <p:cNvPr id="70" name="Subtitle 2">
            <a:extLst>
              <a:ext uri="{FF2B5EF4-FFF2-40B4-BE49-F238E27FC236}">
                <a16:creationId xmlns:a16="http://schemas.microsoft.com/office/drawing/2014/main" id="{8582CBD9-4309-BDA0-181E-A7B5B9DA51C3}"/>
              </a:ext>
            </a:extLst>
          </p:cNvPr>
          <p:cNvSpPr txBox="1">
            <a:spLocks/>
          </p:cNvSpPr>
          <p:nvPr/>
        </p:nvSpPr>
        <p:spPr>
          <a:xfrm>
            <a:off x="9609490" y="7901018"/>
            <a:ext cx="4296142" cy="1392176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>
            <a:lvl1pPr marL="0" indent="0" algn="ctr" defTabSz="1087636" rtl="0" eaLnBrk="1" latinLnBrk="0" hangingPunct="1">
              <a:lnSpc>
                <a:spcPct val="120000"/>
              </a:lnSpc>
              <a:spcBef>
                <a:spcPct val="20000"/>
              </a:spcBef>
              <a:buFont typeface="Arial"/>
              <a:buNone/>
              <a:defRPr sz="2400" kern="1200">
                <a:solidFill>
                  <a:schemeClr val="tx2"/>
                </a:solidFill>
                <a:latin typeface="Open Sans Light"/>
                <a:ea typeface="+mn-ea"/>
                <a:cs typeface="Open Sans Light"/>
              </a:defRPr>
            </a:lvl1pPr>
            <a:lvl2pPr marL="108763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2pPr>
            <a:lvl3pPr marL="2175271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3pPr>
            <a:lvl4pPr marL="3262912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4pPr>
            <a:lvl5pPr marL="435054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5pPr>
            <a:lvl6pPr marL="5438184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6525820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7613455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8701091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3500"/>
              </a:lnSpc>
              <a:spcBef>
                <a:spcPts val="0"/>
              </a:spcBef>
              <a:defRPr/>
            </a:pPr>
            <a:r>
              <a:rPr lang="pt-BR" dirty="0">
                <a:solidFill>
                  <a:srgbClr val="FFFFFF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Mukta ExtraLight" panose="020B0000000000000000" pitchFamily="34" charset="77"/>
              </a:rPr>
              <a:t>Conscientização sobre políticas</a:t>
            </a:r>
          </a:p>
          <a:p>
            <a:pPr>
              <a:lnSpc>
                <a:spcPts val="3500"/>
              </a:lnSpc>
              <a:spcBef>
                <a:spcPts val="0"/>
              </a:spcBef>
              <a:defRPr/>
            </a:pPr>
            <a:r>
              <a:rPr lang="pt-BR" dirty="0">
                <a:solidFill>
                  <a:srgbClr val="FFFFFF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Mukta ExtraLight" panose="020B0000000000000000" pitchFamily="34" charset="77"/>
              </a:rPr>
              <a:t>Avaliação do nível</a:t>
            </a:r>
          </a:p>
          <a:p>
            <a:pPr>
              <a:lnSpc>
                <a:spcPts val="3500"/>
              </a:lnSpc>
              <a:spcBef>
                <a:spcPts val="0"/>
              </a:spcBef>
              <a:defRPr/>
            </a:pPr>
            <a:r>
              <a:rPr lang="pt-BR" dirty="0">
                <a:solidFill>
                  <a:srgbClr val="FFFFFF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Mukta ExtraLight" panose="020B0000000000000000" pitchFamily="34" charset="77"/>
              </a:rPr>
              <a:t>Acessos a plataforma</a:t>
            </a:r>
          </a:p>
        </p:txBody>
      </p:sp>
      <p:sp>
        <p:nvSpPr>
          <p:cNvPr id="71" name="Subtitle 2">
            <a:extLst>
              <a:ext uri="{FF2B5EF4-FFF2-40B4-BE49-F238E27FC236}">
                <a16:creationId xmlns:a16="http://schemas.microsoft.com/office/drawing/2014/main" id="{2A25F18C-6812-4BCC-54D9-6515DB33E192}"/>
              </a:ext>
            </a:extLst>
          </p:cNvPr>
          <p:cNvSpPr txBox="1">
            <a:spLocks/>
          </p:cNvSpPr>
          <p:nvPr/>
        </p:nvSpPr>
        <p:spPr>
          <a:xfrm>
            <a:off x="4854944" y="7901021"/>
            <a:ext cx="4296142" cy="1392176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>
            <a:lvl1pPr marL="0" indent="0" algn="ctr" defTabSz="1087636" rtl="0" eaLnBrk="1" latinLnBrk="0" hangingPunct="1">
              <a:lnSpc>
                <a:spcPct val="120000"/>
              </a:lnSpc>
              <a:spcBef>
                <a:spcPct val="20000"/>
              </a:spcBef>
              <a:buFont typeface="Arial"/>
              <a:buNone/>
              <a:defRPr sz="2400" kern="1200">
                <a:solidFill>
                  <a:schemeClr val="tx2"/>
                </a:solidFill>
                <a:latin typeface="Open Sans Light"/>
                <a:ea typeface="+mn-ea"/>
                <a:cs typeface="Open Sans Light"/>
              </a:defRPr>
            </a:lvl1pPr>
            <a:lvl2pPr marL="108763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2pPr>
            <a:lvl3pPr marL="2175271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3pPr>
            <a:lvl4pPr marL="3262912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4pPr>
            <a:lvl5pPr marL="435054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5pPr>
            <a:lvl6pPr marL="5438184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6525820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7613455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8701091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3500"/>
              </a:lnSpc>
              <a:spcBef>
                <a:spcPts val="0"/>
              </a:spcBef>
              <a:defRPr/>
            </a:pPr>
            <a:r>
              <a:rPr lang="pt-BR" dirty="0">
                <a:solidFill>
                  <a:srgbClr val="FFFFFF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Mukta ExtraLight" panose="020B0000000000000000" pitchFamily="34" charset="77"/>
              </a:rPr>
              <a:t>Obtenção de consentimentos</a:t>
            </a:r>
            <a:br>
              <a:rPr lang="pt-BR" dirty="0">
                <a:solidFill>
                  <a:srgbClr val="FFFFFF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Mukta ExtraLight" panose="020B0000000000000000" pitchFamily="34" charset="77"/>
              </a:rPr>
            </a:br>
            <a:r>
              <a:rPr lang="pt-BR" dirty="0">
                <a:solidFill>
                  <a:srgbClr val="FFFFFF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Mukta ExtraLight" panose="020B0000000000000000" pitchFamily="34" charset="77"/>
              </a:rPr>
              <a:t>Minimização de coleta</a:t>
            </a:r>
          </a:p>
          <a:p>
            <a:pPr>
              <a:lnSpc>
                <a:spcPts val="3500"/>
              </a:lnSpc>
              <a:spcBef>
                <a:spcPts val="0"/>
              </a:spcBef>
              <a:defRPr/>
            </a:pPr>
            <a:r>
              <a:rPr lang="pt-BR" dirty="0">
                <a:solidFill>
                  <a:srgbClr val="FFFFFF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Mukta ExtraLight" panose="020B0000000000000000" pitchFamily="34" charset="77"/>
              </a:rPr>
              <a:t>Guarda física e digital</a:t>
            </a:r>
          </a:p>
        </p:txBody>
      </p:sp>
      <p:sp>
        <p:nvSpPr>
          <p:cNvPr id="72" name="Subtitle 2">
            <a:extLst>
              <a:ext uri="{FF2B5EF4-FFF2-40B4-BE49-F238E27FC236}">
                <a16:creationId xmlns:a16="http://schemas.microsoft.com/office/drawing/2014/main" id="{5544883D-5C26-2355-A1A5-02441D2EFF9F}"/>
              </a:ext>
            </a:extLst>
          </p:cNvPr>
          <p:cNvSpPr txBox="1">
            <a:spLocks/>
          </p:cNvSpPr>
          <p:nvPr/>
        </p:nvSpPr>
        <p:spPr>
          <a:xfrm>
            <a:off x="5105500" y="6064556"/>
            <a:ext cx="3970944" cy="943335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>
            <a:lvl1pPr marL="0" indent="0" algn="ctr" defTabSz="1087636" rtl="0" eaLnBrk="1" latinLnBrk="0" hangingPunct="1">
              <a:lnSpc>
                <a:spcPct val="120000"/>
              </a:lnSpc>
              <a:spcBef>
                <a:spcPct val="20000"/>
              </a:spcBef>
              <a:buFont typeface="Arial"/>
              <a:buNone/>
              <a:defRPr sz="2400" kern="1200">
                <a:solidFill>
                  <a:schemeClr val="tx2"/>
                </a:solidFill>
                <a:latin typeface="Open Sans Light"/>
                <a:ea typeface="+mn-ea"/>
                <a:cs typeface="Open Sans Light"/>
              </a:defRPr>
            </a:lvl1pPr>
            <a:lvl2pPr marL="108763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2pPr>
            <a:lvl3pPr marL="2175271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3pPr>
            <a:lvl4pPr marL="3262912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4pPr>
            <a:lvl5pPr marL="435054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5pPr>
            <a:lvl6pPr marL="5438184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6525820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7613455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8701091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3500"/>
              </a:lnSpc>
              <a:spcBef>
                <a:spcPts val="0"/>
              </a:spcBef>
              <a:defRPr/>
            </a:pPr>
            <a:r>
              <a:rPr lang="pt-BR" dirty="0">
                <a:solidFill>
                  <a:srgbClr val="FFFFFF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Mukta ExtraLight" panose="020B0000000000000000" pitchFamily="34" charset="77"/>
              </a:rPr>
              <a:t>Site institucional e CV</a:t>
            </a:r>
          </a:p>
          <a:p>
            <a:pPr>
              <a:lnSpc>
                <a:spcPts val="3500"/>
              </a:lnSpc>
              <a:spcBef>
                <a:spcPts val="0"/>
              </a:spcBef>
              <a:defRPr/>
            </a:pPr>
            <a:r>
              <a:rPr lang="pt-BR" dirty="0">
                <a:solidFill>
                  <a:srgbClr val="FFFFFF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Mukta ExtraLight" panose="020B0000000000000000" pitchFamily="34" charset="77"/>
              </a:rPr>
              <a:t>Entrevistas presenciais</a:t>
            </a:r>
          </a:p>
        </p:txBody>
      </p:sp>
      <p:sp>
        <p:nvSpPr>
          <p:cNvPr id="73" name="Subtitle 2">
            <a:extLst>
              <a:ext uri="{FF2B5EF4-FFF2-40B4-BE49-F238E27FC236}">
                <a16:creationId xmlns:a16="http://schemas.microsoft.com/office/drawing/2014/main" id="{1A02E13E-40D2-AB77-7579-59454A49676C}"/>
              </a:ext>
            </a:extLst>
          </p:cNvPr>
          <p:cNvSpPr txBox="1">
            <a:spLocks/>
          </p:cNvSpPr>
          <p:nvPr/>
        </p:nvSpPr>
        <p:spPr>
          <a:xfrm>
            <a:off x="10103354" y="6064556"/>
            <a:ext cx="3944322" cy="943335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>
            <a:lvl1pPr marL="0" indent="0" algn="ctr" defTabSz="1087636" rtl="0" eaLnBrk="1" latinLnBrk="0" hangingPunct="1">
              <a:lnSpc>
                <a:spcPct val="120000"/>
              </a:lnSpc>
              <a:spcBef>
                <a:spcPct val="20000"/>
              </a:spcBef>
              <a:buFont typeface="Arial"/>
              <a:buNone/>
              <a:defRPr sz="2400" kern="1200">
                <a:solidFill>
                  <a:schemeClr val="tx2"/>
                </a:solidFill>
                <a:latin typeface="Open Sans Light"/>
                <a:ea typeface="+mn-ea"/>
                <a:cs typeface="Open Sans Light"/>
              </a:defRPr>
            </a:lvl1pPr>
            <a:lvl2pPr marL="108763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2pPr>
            <a:lvl3pPr marL="2175271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3pPr>
            <a:lvl4pPr marL="3262912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4pPr>
            <a:lvl5pPr marL="435054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5pPr>
            <a:lvl6pPr marL="5438184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6525820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7613455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8701091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3500"/>
              </a:lnSpc>
              <a:spcBef>
                <a:spcPts val="0"/>
              </a:spcBef>
              <a:defRPr/>
            </a:pPr>
            <a:r>
              <a:rPr lang="pt-BR" dirty="0">
                <a:solidFill>
                  <a:srgbClr val="FFFFFF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Mukta ExtraLight" panose="020B0000000000000000" pitchFamily="34" charset="77"/>
              </a:rPr>
              <a:t>Presencial</a:t>
            </a:r>
          </a:p>
          <a:p>
            <a:pPr>
              <a:lnSpc>
                <a:spcPts val="3500"/>
              </a:lnSpc>
              <a:spcBef>
                <a:spcPts val="0"/>
              </a:spcBef>
              <a:defRPr/>
            </a:pPr>
            <a:r>
              <a:rPr lang="pt-BR" dirty="0">
                <a:solidFill>
                  <a:srgbClr val="FFFFFF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Mukta ExtraLight" panose="020B0000000000000000" pitchFamily="34" charset="77"/>
              </a:rPr>
              <a:t>Entrega de documentos</a:t>
            </a:r>
          </a:p>
        </p:txBody>
      </p:sp>
      <p:sp>
        <p:nvSpPr>
          <p:cNvPr id="74" name="Subtitle 2">
            <a:extLst>
              <a:ext uri="{FF2B5EF4-FFF2-40B4-BE49-F238E27FC236}">
                <a16:creationId xmlns:a16="http://schemas.microsoft.com/office/drawing/2014/main" id="{3556DA86-9B68-F3F6-1457-EA90D92EB6F1}"/>
              </a:ext>
            </a:extLst>
          </p:cNvPr>
          <p:cNvSpPr txBox="1">
            <a:spLocks/>
          </p:cNvSpPr>
          <p:nvPr/>
        </p:nvSpPr>
        <p:spPr>
          <a:xfrm>
            <a:off x="14806157" y="5766270"/>
            <a:ext cx="3944322" cy="1539909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>
            <a:lvl1pPr marL="0" indent="0" algn="ctr" defTabSz="1087636" rtl="0" eaLnBrk="1" latinLnBrk="0" hangingPunct="1">
              <a:lnSpc>
                <a:spcPct val="120000"/>
              </a:lnSpc>
              <a:spcBef>
                <a:spcPct val="20000"/>
              </a:spcBef>
              <a:buFont typeface="Arial"/>
              <a:buNone/>
              <a:defRPr sz="2400" kern="1200">
                <a:solidFill>
                  <a:schemeClr val="tx2"/>
                </a:solidFill>
                <a:latin typeface="Open Sans Light"/>
                <a:ea typeface="+mn-ea"/>
                <a:cs typeface="Open Sans Light"/>
              </a:defRPr>
            </a:lvl1pPr>
            <a:lvl2pPr marL="108763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2pPr>
            <a:lvl3pPr marL="2175271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3pPr>
            <a:lvl4pPr marL="3262912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4pPr>
            <a:lvl5pPr marL="435054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5pPr>
            <a:lvl6pPr marL="5438184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6525820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7613455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8701091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3500"/>
              </a:lnSpc>
              <a:defRPr/>
            </a:pPr>
            <a:r>
              <a:rPr lang="pt-BR" dirty="0">
                <a:solidFill>
                  <a:srgbClr val="FFFFFF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Mukta ExtraLight" panose="020B0000000000000000" pitchFamily="34" charset="77"/>
              </a:rPr>
              <a:t>Presencial</a:t>
            </a:r>
          </a:p>
          <a:p>
            <a:pPr>
              <a:lnSpc>
                <a:spcPts val="3500"/>
              </a:lnSpc>
              <a:defRPr/>
            </a:pPr>
            <a:r>
              <a:rPr lang="pt-BR" dirty="0">
                <a:solidFill>
                  <a:srgbClr val="FFFFFF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Mukta ExtraLight" panose="020B0000000000000000" pitchFamily="34" charset="77"/>
              </a:rPr>
              <a:t>Sistemas internos</a:t>
            </a:r>
          </a:p>
          <a:p>
            <a:pPr>
              <a:lnSpc>
                <a:spcPts val="3500"/>
              </a:lnSpc>
              <a:defRPr/>
            </a:pPr>
            <a:r>
              <a:rPr lang="pt-BR" dirty="0">
                <a:solidFill>
                  <a:srgbClr val="FFFFFF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Mukta ExtraLight" panose="020B0000000000000000" pitchFamily="34" charset="77"/>
              </a:rPr>
              <a:t>Plataforma de treinamento</a:t>
            </a:r>
          </a:p>
        </p:txBody>
      </p:sp>
      <p:sp>
        <p:nvSpPr>
          <p:cNvPr id="75" name="Subtitle 2">
            <a:extLst>
              <a:ext uri="{FF2B5EF4-FFF2-40B4-BE49-F238E27FC236}">
                <a16:creationId xmlns:a16="http://schemas.microsoft.com/office/drawing/2014/main" id="{C27DEF0D-2540-917A-2CF4-F88469519185}"/>
              </a:ext>
            </a:extLst>
          </p:cNvPr>
          <p:cNvSpPr txBox="1">
            <a:spLocks/>
          </p:cNvSpPr>
          <p:nvPr/>
        </p:nvSpPr>
        <p:spPr>
          <a:xfrm>
            <a:off x="19565346" y="6288977"/>
            <a:ext cx="3510284" cy="494494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>
            <a:lvl1pPr marL="0" indent="0" algn="ctr" defTabSz="1087636" rtl="0" eaLnBrk="1" latinLnBrk="0" hangingPunct="1">
              <a:lnSpc>
                <a:spcPct val="120000"/>
              </a:lnSpc>
              <a:spcBef>
                <a:spcPct val="20000"/>
              </a:spcBef>
              <a:buFont typeface="Arial"/>
              <a:buNone/>
              <a:defRPr sz="2400" kern="1200">
                <a:solidFill>
                  <a:schemeClr val="tx2"/>
                </a:solidFill>
                <a:latin typeface="Open Sans Light"/>
                <a:ea typeface="+mn-ea"/>
                <a:cs typeface="Open Sans Light"/>
              </a:defRPr>
            </a:lvl1pPr>
            <a:lvl2pPr marL="108763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2pPr>
            <a:lvl3pPr marL="2175271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3pPr>
            <a:lvl4pPr marL="3262912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4pPr>
            <a:lvl5pPr marL="435054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5pPr>
            <a:lvl6pPr marL="5438184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6525820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7613455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8701091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3500"/>
              </a:lnSpc>
              <a:defRPr/>
            </a:pPr>
            <a:r>
              <a:rPr lang="pt-BR" dirty="0">
                <a:solidFill>
                  <a:srgbClr val="FFFFFF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Mukta ExtraLight" panose="020B0000000000000000" pitchFamily="34" charset="77"/>
              </a:rPr>
              <a:t>Presencial</a:t>
            </a:r>
          </a:p>
        </p:txBody>
      </p:sp>
      <p:sp>
        <p:nvSpPr>
          <p:cNvPr id="76" name="TextBox 10">
            <a:extLst>
              <a:ext uri="{FF2B5EF4-FFF2-40B4-BE49-F238E27FC236}">
                <a16:creationId xmlns:a16="http://schemas.microsoft.com/office/drawing/2014/main" id="{C6C261D9-5AB4-5FCE-ED0C-DD86A1301273}"/>
              </a:ext>
            </a:extLst>
          </p:cNvPr>
          <p:cNvSpPr txBox="1"/>
          <p:nvPr/>
        </p:nvSpPr>
        <p:spPr>
          <a:xfrm>
            <a:off x="851500" y="9577222"/>
            <a:ext cx="3686021" cy="461665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/>
          <a:p>
            <a:pPr algn="l" defTabSz="1828434" rtl="0">
              <a:defRPr/>
            </a:pPr>
            <a:r>
              <a:rPr lang="pt-BR" sz="2400" b="1" kern="1200" dirty="0">
                <a:solidFill>
                  <a:schemeClr val="bg1"/>
                </a:solidFill>
                <a:latin typeface="Poppins" pitchFamily="2" charset="77"/>
                <a:ea typeface="League Spartan" charset="0"/>
                <a:cs typeface="Poppins" pitchFamily="2" charset="77"/>
              </a:rPr>
              <a:t>OPORTUNIDADES</a:t>
            </a:r>
          </a:p>
        </p:txBody>
      </p:sp>
    </p:spTree>
    <p:extLst>
      <p:ext uri="{BB962C8B-B14F-4D97-AF65-F5344CB8AC3E}">
        <p14:creationId xmlns:p14="http://schemas.microsoft.com/office/powerpoint/2010/main" val="375765409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59E42BCF-C4F3-431D-B5C6-E14B3F26BBC0}"/>
              </a:ext>
            </a:extLst>
          </p:cNvPr>
          <p:cNvSpPr/>
          <p:nvPr/>
        </p:nvSpPr>
        <p:spPr>
          <a:xfrm>
            <a:off x="-24063" y="-274320"/>
            <a:ext cx="24534857" cy="14264640"/>
          </a:xfrm>
          <a:prstGeom prst="rect">
            <a:avLst/>
          </a:prstGeom>
          <a:solidFill>
            <a:srgbClr val="192D49"/>
          </a:solidFill>
          <a:ln w="12700" cap="flat">
            <a:noFill/>
            <a:miter lim="400000"/>
          </a:ln>
          <a:effectLst>
            <a:outerShdw blurRad="50800" dist="25400" dir="5400000" rotWithShape="0">
              <a:srgbClr val="000000">
                <a:alpha val="5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71437" tIns="71437" rIns="71437" bIns="71437" numCol="1" spcCol="38100" rtlCol="0" anchor="ctr">
            <a:spAutoFit/>
          </a:bodyPr>
          <a:lstStyle/>
          <a:p>
            <a:pPr marL="0" marR="0" indent="0" algn="ctr" defTabSz="5842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pt-BR" sz="3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+mn-ea"/>
              <a:cs typeface="+mn-cs"/>
              <a:sym typeface="Helvetica Light"/>
            </a:endParaRPr>
          </a:p>
        </p:txBody>
      </p:sp>
      <p:sp>
        <p:nvSpPr>
          <p:cNvPr id="3" name="Google Shape;67;p14">
            <a:extLst>
              <a:ext uri="{FF2B5EF4-FFF2-40B4-BE49-F238E27FC236}">
                <a16:creationId xmlns:a16="http://schemas.microsoft.com/office/drawing/2014/main" id="{284D1B1A-4CAA-6E18-30FD-6A32579818FB}"/>
              </a:ext>
            </a:extLst>
          </p:cNvPr>
          <p:cNvSpPr txBox="1"/>
          <p:nvPr/>
        </p:nvSpPr>
        <p:spPr>
          <a:xfrm>
            <a:off x="897856" y="512780"/>
            <a:ext cx="17955738" cy="1476788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182850" tIns="182850" rIns="182850" bIns="182850" anchor="t" anchorCtr="0">
            <a:noAutofit/>
          </a:bodyPr>
          <a:lstStyle/>
          <a:p>
            <a:pPr lvl="0" algn="l"/>
            <a:r>
              <a:rPr lang="pt-BR" sz="7200" dirty="0">
                <a:solidFill>
                  <a:srgbClr val="F48120"/>
                </a:solidFill>
                <a:latin typeface="Metropolis Black" panose="00000A00000000000000" pitchFamily="50" charset="0"/>
                <a:ea typeface="Exo"/>
                <a:cs typeface="Exo"/>
                <a:sym typeface="Exo"/>
              </a:rPr>
              <a:t>INDICADORES</a:t>
            </a:r>
          </a:p>
        </p:txBody>
      </p:sp>
      <p:pic>
        <p:nvPicPr>
          <p:cNvPr id="5" name="Imagem 4" descr="Interface gráfica do usuário&#10;&#10;Descrição gerada automaticamente">
            <a:extLst>
              <a:ext uri="{FF2B5EF4-FFF2-40B4-BE49-F238E27FC236}">
                <a16:creationId xmlns:a16="http://schemas.microsoft.com/office/drawing/2014/main" id="{5DC0EAE8-B763-1C6A-EF88-ECEA4E3E800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68254" y="3818118"/>
            <a:ext cx="14895095" cy="9481355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11" name="Google Shape;67;p14">
            <a:extLst>
              <a:ext uri="{FF2B5EF4-FFF2-40B4-BE49-F238E27FC236}">
                <a16:creationId xmlns:a16="http://schemas.microsoft.com/office/drawing/2014/main" id="{65CBFF04-AF4D-2F5B-3225-73831E13DA59}"/>
              </a:ext>
            </a:extLst>
          </p:cNvPr>
          <p:cNvSpPr txBox="1"/>
          <p:nvPr/>
        </p:nvSpPr>
        <p:spPr>
          <a:xfrm>
            <a:off x="897856" y="1436120"/>
            <a:ext cx="22980818" cy="2293674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182850" tIns="182850" rIns="182850" bIns="182850" anchor="t" anchorCtr="0">
            <a:noAutofit/>
          </a:bodyPr>
          <a:lstStyle/>
          <a:p>
            <a:pPr lvl="0" algn="l">
              <a:spcBef>
                <a:spcPts val="1800"/>
              </a:spcBef>
            </a:pPr>
            <a:r>
              <a:rPr lang="pt-BR" sz="4000" dirty="0">
                <a:solidFill>
                  <a:schemeClr val="bg1"/>
                </a:solidFill>
                <a:latin typeface="Calibri"/>
                <a:ea typeface="Calibri" panose="020F0502020204030204" pitchFamily="34" charset="0"/>
                <a:cs typeface="Times New Roman"/>
              </a:rPr>
              <a:t>Todos os indicadores como, pessoas formadas, avaliações, áreas com melhor performance estão disponíveis para a equipe de administração. Medidas de engajamento podem ser adotadas a partir dos indicadores disponíveis que estão integrados via API com a plataforma de treinamento.</a:t>
            </a:r>
          </a:p>
        </p:txBody>
      </p:sp>
      <p:grpSp>
        <p:nvGrpSpPr>
          <p:cNvPr id="4" name="Agrupar 3">
            <a:extLst>
              <a:ext uri="{FF2B5EF4-FFF2-40B4-BE49-F238E27FC236}">
                <a16:creationId xmlns:a16="http://schemas.microsoft.com/office/drawing/2014/main" id="{11391B3C-1D46-E8A4-1953-09F9635FDBD4}"/>
              </a:ext>
            </a:extLst>
          </p:cNvPr>
          <p:cNvGrpSpPr/>
          <p:nvPr/>
        </p:nvGrpSpPr>
        <p:grpSpPr>
          <a:xfrm>
            <a:off x="10916537" y="1114"/>
            <a:ext cx="13434657" cy="1033600"/>
            <a:chOff x="20106079" y="-335768"/>
            <a:chExt cx="4245186" cy="990509"/>
          </a:xfrm>
        </p:grpSpPr>
        <p:sp>
          <p:nvSpPr>
            <p:cNvPr id="6" name="Chevron 10">
              <a:extLst>
                <a:ext uri="{FF2B5EF4-FFF2-40B4-BE49-F238E27FC236}">
                  <a16:creationId xmlns:a16="http://schemas.microsoft.com/office/drawing/2014/main" id="{D4B890D0-5449-61CB-B636-29D508B54DF4}"/>
                </a:ext>
              </a:extLst>
            </p:cNvPr>
            <p:cNvSpPr/>
            <p:nvPr/>
          </p:nvSpPr>
          <p:spPr bwMode="auto">
            <a:xfrm>
              <a:off x="20844236" y="-335768"/>
              <a:ext cx="933577" cy="990509"/>
            </a:xfrm>
            <a:prstGeom prst="chevron">
              <a:avLst>
                <a:gd name="adj" fmla="val 31818"/>
              </a:avLst>
            </a:prstGeom>
            <a:solidFill>
              <a:srgbClr val="FFFFFF">
                <a:lumMod val="85000"/>
                <a:alpha val="90000"/>
              </a:srgbClr>
            </a:solidFill>
            <a:ln>
              <a:noFill/>
            </a:ln>
            <a:effectLst/>
          </p:spPr>
          <p:txBody>
            <a:bodyPr wrap="square" lIns="91440" tIns="45715" rIns="0" bIns="45715" rtlCol="0" anchor="ctr">
              <a:noAutofit/>
            </a:bodyPr>
            <a:lstStyle/>
            <a:p>
              <a:pPr defTabSz="623853" rtl="0" fontAlgn="base">
                <a:spcBef>
                  <a:spcPts val="600"/>
                </a:spcBef>
                <a:spcAft>
                  <a:spcPts val="600"/>
                </a:spcAft>
                <a:buClr>
                  <a:srgbClr val="000000"/>
                </a:buClr>
              </a:pPr>
              <a:r>
                <a:rPr lang="pt-BR" sz="2800" b="1" kern="1200">
                  <a:solidFill>
                    <a:srgbClr val="FFFFFF"/>
                  </a:solidFill>
                  <a:latin typeface="Arial" charset="0"/>
                  <a:cs typeface="Times New Roman" pitchFamily="18" charset="0"/>
                </a:rPr>
                <a:t>Desafios</a:t>
              </a:r>
            </a:p>
          </p:txBody>
        </p:sp>
        <p:sp>
          <p:nvSpPr>
            <p:cNvPr id="7" name="Chevron 12">
              <a:extLst>
                <a:ext uri="{FF2B5EF4-FFF2-40B4-BE49-F238E27FC236}">
                  <a16:creationId xmlns:a16="http://schemas.microsoft.com/office/drawing/2014/main" id="{C24BE933-BE78-65BB-513C-C0CA505CF016}"/>
                </a:ext>
              </a:extLst>
            </p:cNvPr>
            <p:cNvSpPr/>
            <p:nvPr/>
          </p:nvSpPr>
          <p:spPr bwMode="auto">
            <a:xfrm>
              <a:off x="21699520" y="-335768"/>
              <a:ext cx="933577" cy="990509"/>
            </a:xfrm>
            <a:prstGeom prst="chevron">
              <a:avLst>
                <a:gd name="adj" fmla="val 31818"/>
              </a:avLst>
            </a:prstGeom>
            <a:solidFill>
              <a:srgbClr val="FFFFFF">
                <a:lumMod val="85000"/>
                <a:alpha val="90000"/>
              </a:srgbClr>
            </a:solidFill>
            <a:ln>
              <a:noFill/>
            </a:ln>
            <a:effectLst/>
          </p:spPr>
          <p:txBody>
            <a:bodyPr wrap="square" lIns="91440" tIns="45715" rIns="0" bIns="45715" rtlCol="0" anchor="ctr">
              <a:noAutofit/>
            </a:bodyPr>
            <a:lstStyle/>
            <a:p>
              <a:pPr defTabSz="623853" rtl="0" fontAlgn="base">
                <a:spcBef>
                  <a:spcPts val="600"/>
                </a:spcBef>
                <a:spcAft>
                  <a:spcPts val="600"/>
                </a:spcAft>
                <a:buClr>
                  <a:srgbClr val="000000"/>
                </a:buClr>
              </a:pPr>
              <a:r>
                <a:rPr lang="pt-BR" sz="2800" b="1" kern="1200" dirty="0">
                  <a:solidFill>
                    <a:srgbClr val="FFFFFF"/>
                  </a:solidFill>
                  <a:latin typeface="Arial" charset="0"/>
                  <a:cs typeface="Times New Roman" pitchFamily="18" charset="0"/>
                </a:rPr>
                <a:t>Abrangência</a:t>
              </a:r>
            </a:p>
          </p:txBody>
        </p:sp>
        <p:sp>
          <p:nvSpPr>
            <p:cNvPr id="8" name="Chevron 14">
              <a:extLst>
                <a:ext uri="{FF2B5EF4-FFF2-40B4-BE49-F238E27FC236}">
                  <a16:creationId xmlns:a16="http://schemas.microsoft.com/office/drawing/2014/main" id="{F1AD4D70-E75B-9730-B6A5-17891CC49E03}"/>
                </a:ext>
              </a:extLst>
            </p:cNvPr>
            <p:cNvSpPr/>
            <p:nvPr/>
          </p:nvSpPr>
          <p:spPr bwMode="auto">
            <a:xfrm>
              <a:off x="22562405" y="-335768"/>
              <a:ext cx="933577" cy="990509"/>
            </a:xfrm>
            <a:prstGeom prst="chevron">
              <a:avLst>
                <a:gd name="adj" fmla="val 31818"/>
              </a:avLst>
            </a:prstGeom>
            <a:solidFill>
              <a:srgbClr val="FFFFFF">
                <a:lumMod val="85000"/>
                <a:alpha val="90000"/>
              </a:srgbClr>
            </a:solidFill>
            <a:ln>
              <a:noFill/>
            </a:ln>
            <a:effectLst/>
          </p:spPr>
          <p:txBody>
            <a:bodyPr wrap="square" lIns="91440" tIns="45715" rIns="0" bIns="45715" rtlCol="0" anchor="ctr">
              <a:noAutofit/>
            </a:bodyPr>
            <a:lstStyle/>
            <a:p>
              <a:pPr defTabSz="623853" rtl="0" fontAlgn="base">
                <a:spcBef>
                  <a:spcPts val="600"/>
                </a:spcBef>
                <a:spcAft>
                  <a:spcPts val="600"/>
                </a:spcAft>
                <a:buClr>
                  <a:srgbClr val="000000"/>
                </a:buClr>
              </a:pPr>
              <a:r>
                <a:rPr lang="pt-BR" sz="2800" b="1" kern="1200" dirty="0">
                  <a:solidFill>
                    <a:srgbClr val="FFFFFF"/>
                  </a:solidFill>
                  <a:latin typeface="Arial" charset="0"/>
                  <a:cs typeface="Times New Roman" pitchFamily="18" charset="0"/>
                </a:rPr>
                <a:t>Método</a:t>
              </a:r>
            </a:p>
          </p:txBody>
        </p:sp>
        <p:sp>
          <p:nvSpPr>
            <p:cNvPr id="9" name="Chevron 17">
              <a:extLst>
                <a:ext uri="{FF2B5EF4-FFF2-40B4-BE49-F238E27FC236}">
                  <a16:creationId xmlns:a16="http://schemas.microsoft.com/office/drawing/2014/main" id="{A4DB47BA-B90E-17C4-1A90-DBD858AD01F5}"/>
                </a:ext>
              </a:extLst>
            </p:cNvPr>
            <p:cNvSpPr/>
            <p:nvPr/>
          </p:nvSpPr>
          <p:spPr bwMode="auto">
            <a:xfrm>
              <a:off x="23417688" y="-335768"/>
              <a:ext cx="933577" cy="990509"/>
            </a:xfrm>
            <a:prstGeom prst="chevron">
              <a:avLst>
                <a:gd name="adj" fmla="val 31818"/>
              </a:avLst>
            </a:prstGeom>
            <a:solidFill>
              <a:srgbClr val="F48120">
                <a:alpha val="90000"/>
              </a:srgbClr>
            </a:solidFill>
            <a:ln>
              <a:noFill/>
            </a:ln>
            <a:effectLst/>
          </p:spPr>
          <p:txBody>
            <a:bodyPr wrap="square" lIns="91440" tIns="45715" rIns="0" bIns="45715" rtlCol="0" anchor="ctr">
              <a:noAutofit/>
            </a:bodyPr>
            <a:lstStyle/>
            <a:p>
              <a:pPr defTabSz="623853" rtl="0" fontAlgn="base">
                <a:spcBef>
                  <a:spcPts val="600"/>
                </a:spcBef>
                <a:spcAft>
                  <a:spcPts val="600"/>
                </a:spcAft>
                <a:buClr>
                  <a:srgbClr val="000000"/>
                </a:buClr>
              </a:pPr>
              <a:r>
                <a:rPr kumimoji="0" lang="pt-BR" sz="2800" b="1" i="0" u="none" strike="noStrike" kern="1200" cap="none" spc="0" normalizeH="0" baseline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cs typeface="Times New Roman" pitchFamily="18" charset="0"/>
                </a:rPr>
                <a:t>Gestão</a:t>
              </a:r>
              <a:endParaRPr lang="pt-BR" sz="2800" b="1" kern="1200" dirty="0">
                <a:solidFill>
                  <a:srgbClr val="FFFFFF"/>
                </a:solidFill>
                <a:latin typeface="Arial" charset="0"/>
                <a:cs typeface="Times New Roman" pitchFamily="18" charset="0"/>
              </a:endParaRPr>
            </a:p>
          </p:txBody>
        </p:sp>
        <p:sp>
          <p:nvSpPr>
            <p:cNvPr id="10" name="Chevron 167">
              <a:extLst>
                <a:ext uri="{FF2B5EF4-FFF2-40B4-BE49-F238E27FC236}">
                  <a16:creationId xmlns:a16="http://schemas.microsoft.com/office/drawing/2014/main" id="{4A5B08D9-CBE5-5BC9-AD47-FF8324B73FF3}"/>
                </a:ext>
              </a:extLst>
            </p:cNvPr>
            <p:cNvSpPr/>
            <p:nvPr/>
          </p:nvSpPr>
          <p:spPr bwMode="auto">
            <a:xfrm>
              <a:off x="20106079" y="-335768"/>
              <a:ext cx="816400" cy="990509"/>
            </a:xfrm>
            <a:prstGeom prst="homePlate">
              <a:avLst>
                <a:gd name="adj" fmla="val 32073"/>
              </a:avLst>
            </a:prstGeom>
            <a:solidFill>
              <a:srgbClr val="FFFFFF">
                <a:lumMod val="85000"/>
                <a:alpha val="90000"/>
              </a:srgbClr>
            </a:solidFill>
            <a:ln>
              <a:noFill/>
            </a:ln>
            <a:effectLst/>
          </p:spPr>
          <p:txBody>
            <a:bodyPr wrap="square" lIns="91440" tIns="45715" rIns="0" bIns="45715" rtlCol="0" anchor="ctr">
              <a:noAutofit/>
            </a:bodyPr>
            <a:lstStyle/>
            <a:p>
              <a:pPr defTabSz="623853" rtl="0" fontAlgn="base">
                <a:spcBef>
                  <a:spcPts val="600"/>
                </a:spcBef>
                <a:spcAft>
                  <a:spcPts val="600"/>
                </a:spcAft>
                <a:buClr>
                  <a:srgbClr val="000000"/>
                </a:buClr>
              </a:pPr>
              <a:r>
                <a:rPr lang="pt-BR" sz="2800" b="1" kern="1200" dirty="0">
                  <a:solidFill>
                    <a:srgbClr val="FFFFFF"/>
                  </a:solidFill>
                  <a:latin typeface="Arial" charset="0"/>
                  <a:cs typeface="Times New Roman" pitchFamily="18" charset="0"/>
                </a:rPr>
                <a:t>Motivações</a:t>
              </a:r>
            </a:p>
          </p:txBody>
        </p:sp>
      </p:grp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B5A7B0A4-6EC5-59D9-8210-65B5477B94CD}"/>
              </a:ext>
            </a:extLst>
          </p:cNvPr>
          <p:cNvSpPr txBox="1"/>
          <p:nvPr/>
        </p:nvSpPr>
        <p:spPr>
          <a:xfrm>
            <a:off x="21541099" y="12847344"/>
            <a:ext cx="2858945" cy="1159932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71437" tIns="71437" rIns="71437" bIns="71437" numCol="1" spcCol="38100" rtlCol="0" anchor="ctr">
            <a:spAutoFit/>
          </a:bodyPr>
          <a:lstStyle/>
          <a:p>
            <a:pPr marL="0" marR="0" indent="0" algn="ctr" defTabSz="5842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pt-BR" sz="6600" b="1" i="0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Aharoni" panose="02010803020104030203" pitchFamily="2" charset="-79"/>
                <a:cs typeface="Aharoni" panose="02010803020104030203" pitchFamily="2" charset="-79"/>
                <a:sym typeface="Helvetica Light"/>
              </a:rPr>
              <a:t>1/3</a:t>
            </a:r>
            <a:endParaRPr kumimoji="0" lang="pt-BR" sz="5400" b="1" i="0" u="none" strike="noStrike" cap="none" spc="0" normalizeH="0" baseline="0" dirty="0">
              <a:ln>
                <a:noFill/>
              </a:ln>
              <a:solidFill>
                <a:schemeClr val="bg1"/>
              </a:solidFill>
              <a:effectLst/>
              <a:uFillTx/>
              <a:latin typeface="Aharoni" panose="02010803020104030203" pitchFamily="2" charset="-79"/>
              <a:cs typeface="Aharoni" panose="02010803020104030203" pitchFamily="2" charset="-79"/>
              <a:sym typeface="Helvetica Light"/>
            </a:endParaRPr>
          </a:p>
        </p:txBody>
      </p:sp>
    </p:spTree>
    <p:extLst>
      <p:ext uri="{BB962C8B-B14F-4D97-AF65-F5344CB8AC3E}">
        <p14:creationId xmlns:p14="http://schemas.microsoft.com/office/powerpoint/2010/main" val="421072639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59E42BCF-C4F3-431D-B5C6-E14B3F26BBC0}"/>
              </a:ext>
            </a:extLst>
          </p:cNvPr>
          <p:cNvSpPr/>
          <p:nvPr/>
        </p:nvSpPr>
        <p:spPr>
          <a:xfrm>
            <a:off x="-24063" y="-274320"/>
            <a:ext cx="24534857" cy="14264640"/>
          </a:xfrm>
          <a:prstGeom prst="rect">
            <a:avLst/>
          </a:prstGeom>
          <a:solidFill>
            <a:srgbClr val="192D49"/>
          </a:solidFill>
          <a:ln w="12700" cap="flat">
            <a:noFill/>
            <a:miter lim="400000"/>
          </a:ln>
          <a:effectLst>
            <a:outerShdw blurRad="50800" dist="25400" dir="5400000" rotWithShape="0">
              <a:srgbClr val="000000">
                <a:alpha val="5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71437" tIns="71437" rIns="71437" bIns="71437" numCol="1" spcCol="38100" rtlCol="0" anchor="ctr">
            <a:spAutoFit/>
          </a:bodyPr>
          <a:lstStyle/>
          <a:p>
            <a:pPr marL="0" marR="0" indent="0" algn="ctr" defTabSz="5842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pt-BR" sz="3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+mn-ea"/>
              <a:cs typeface="+mn-cs"/>
              <a:sym typeface="Helvetica Light"/>
            </a:endParaRPr>
          </a:p>
        </p:txBody>
      </p:sp>
      <p:sp>
        <p:nvSpPr>
          <p:cNvPr id="3" name="Google Shape;67;p14">
            <a:extLst>
              <a:ext uri="{FF2B5EF4-FFF2-40B4-BE49-F238E27FC236}">
                <a16:creationId xmlns:a16="http://schemas.microsoft.com/office/drawing/2014/main" id="{284D1B1A-4CAA-6E18-30FD-6A32579818FB}"/>
              </a:ext>
            </a:extLst>
          </p:cNvPr>
          <p:cNvSpPr txBox="1"/>
          <p:nvPr/>
        </p:nvSpPr>
        <p:spPr>
          <a:xfrm>
            <a:off x="897856" y="512780"/>
            <a:ext cx="17955738" cy="1476788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182850" tIns="182850" rIns="182850" bIns="182850" anchor="t" anchorCtr="0">
            <a:noAutofit/>
          </a:bodyPr>
          <a:lstStyle/>
          <a:p>
            <a:pPr lvl="0" algn="l"/>
            <a:r>
              <a:rPr lang="pt-BR" sz="7200" dirty="0">
                <a:solidFill>
                  <a:srgbClr val="F48120"/>
                </a:solidFill>
                <a:latin typeface="Metropolis Black" panose="00000A00000000000000" pitchFamily="50" charset="0"/>
                <a:ea typeface="Exo"/>
                <a:cs typeface="Exo"/>
                <a:sym typeface="Exo"/>
              </a:rPr>
              <a:t>ONBOARDING</a:t>
            </a:r>
          </a:p>
        </p:txBody>
      </p:sp>
      <p:grpSp>
        <p:nvGrpSpPr>
          <p:cNvPr id="4" name="Agrupar 3">
            <a:extLst>
              <a:ext uri="{FF2B5EF4-FFF2-40B4-BE49-F238E27FC236}">
                <a16:creationId xmlns:a16="http://schemas.microsoft.com/office/drawing/2014/main" id="{11391B3C-1D46-E8A4-1953-09F9635FDBD4}"/>
              </a:ext>
            </a:extLst>
          </p:cNvPr>
          <p:cNvGrpSpPr/>
          <p:nvPr/>
        </p:nvGrpSpPr>
        <p:grpSpPr>
          <a:xfrm>
            <a:off x="10916537" y="1114"/>
            <a:ext cx="13434657" cy="1033600"/>
            <a:chOff x="20106079" y="-335768"/>
            <a:chExt cx="4245186" cy="990509"/>
          </a:xfrm>
        </p:grpSpPr>
        <p:sp>
          <p:nvSpPr>
            <p:cNvPr id="6" name="Chevron 10">
              <a:extLst>
                <a:ext uri="{FF2B5EF4-FFF2-40B4-BE49-F238E27FC236}">
                  <a16:creationId xmlns:a16="http://schemas.microsoft.com/office/drawing/2014/main" id="{D4B890D0-5449-61CB-B636-29D508B54DF4}"/>
                </a:ext>
              </a:extLst>
            </p:cNvPr>
            <p:cNvSpPr/>
            <p:nvPr/>
          </p:nvSpPr>
          <p:spPr bwMode="auto">
            <a:xfrm>
              <a:off x="20844236" y="-335768"/>
              <a:ext cx="933577" cy="990509"/>
            </a:xfrm>
            <a:prstGeom prst="chevron">
              <a:avLst>
                <a:gd name="adj" fmla="val 31818"/>
              </a:avLst>
            </a:prstGeom>
            <a:solidFill>
              <a:srgbClr val="FFFFFF">
                <a:lumMod val="85000"/>
                <a:alpha val="90000"/>
              </a:srgbClr>
            </a:solidFill>
            <a:ln>
              <a:noFill/>
            </a:ln>
            <a:effectLst/>
          </p:spPr>
          <p:txBody>
            <a:bodyPr wrap="square" lIns="91440" tIns="45715" rIns="0" bIns="45715" rtlCol="0" anchor="ctr">
              <a:noAutofit/>
            </a:bodyPr>
            <a:lstStyle/>
            <a:p>
              <a:pPr defTabSz="623853" rtl="0" fontAlgn="base">
                <a:spcBef>
                  <a:spcPts val="600"/>
                </a:spcBef>
                <a:spcAft>
                  <a:spcPts val="600"/>
                </a:spcAft>
                <a:buClr>
                  <a:srgbClr val="000000"/>
                </a:buClr>
              </a:pPr>
              <a:r>
                <a:rPr lang="pt-BR" sz="2800" b="1" kern="1200">
                  <a:solidFill>
                    <a:srgbClr val="FFFFFF"/>
                  </a:solidFill>
                  <a:latin typeface="Arial" charset="0"/>
                  <a:cs typeface="Times New Roman" pitchFamily="18" charset="0"/>
                </a:rPr>
                <a:t>Desafios</a:t>
              </a:r>
            </a:p>
          </p:txBody>
        </p:sp>
        <p:sp>
          <p:nvSpPr>
            <p:cNvPr id="7" name="Chevron 12">
              <a:extLst>
                <a:ext uri="{FF2B5EF4-FFF2-40B4-BE49-F238E27FC236}">
                  <a16:creationId xmlns:a16="http://schemas.microsoft.com/office/drawing/2014/main" id="{C24BE933-BE78-65BB-513C-C0CA505CF016}"/>
                </a:ext>
              </a:extLst>
            </p:cNvPr>
            <p:cNvSpPr/>
            <p:nvPr/>
          </p:nvSpPr>
          <p:spPr bwMode="auto">
            <a:xfrm>
              <a:off x="21699520" y="-335768"/>
              <a:ext cx="933577" cy="990509"/>
            </a:xfrm>
            <a:prstGeom prst="chevron">
              <a:avLst>
                <a:gd name="adj" fmla="val 31818"/>
              </a:avLst>
            </a:prstGeom>
            <a:solidFill>
              <a:srgbClr val="FFFFFF">
                <a:lumMod val="85000"/>
                <a:alpha val="90000"/>
              </a:srgbClr>
            </a:solidFill>
            <a:ln>
              <a:noFill/>
            </a:ln>
            <a:effectLst/>
          </p:spPr>
          <p:txBody>
            <a:bodyPr wrap="square" lIns="91440" tIns="45715" rIns="0" bIns="45715" rtlCol="0" anchor="ctr">
              <a:noAutofit/>
            </a:bodyPr>
            <a:lstStyle/>
            <a:p>
              <a:pPr defTabSz="623853" rtl="0" fontAlgn="base">
                <a:spcBef>
                  <a:spcPts val="600"/>
                </a:spcBef>
                <a:spcAft>
                  <a:spcPts val="600"/>
                </a:spcAft>
                <a:buClr>
                  <a:srgbClr val="000000"/>
                </a:buClr>
              </a:pPr>
              <a:r>
                <a:rPr lang="pt-BR" sz="2800" b="1" kern="1200" dirty="0">
                  <a:solidFill>
                    <a:srgbClr val="FFFFFF"/>
                  </a:solidFill>
                  <a:latin typeface="Arial" charset="0"/>
                  <a:cs typeface="Times New Roman" pitchFamily="18" charset="0"/>
                </a:rPr>
                <a:t>Abrangência</a:t>
              </a:r>
            </a:p>
          </p:txBody>
        </p:sp>
        <p:sp>
          <p:nvSpPr>
            <p:cNvPr id="8" name="Chevron 14">
              <a:extLst>
                <a:ext uri="{FF2B5EF4-FFF2-40B4-BE49-F238E27FC236}">
                  <a16:creationId xmlns:a16="http://schemas.microsoft.com/office/drawing/2014/main" id="{F1AD4D70-E75B-9730-B6A5-17891CC49E03}"/>
                </a:ext>
              </a:extLst>
            </p:cNvPr>
            <p:cNvSpPr/>
            <p:nvPr/>
          </p:nvSpPr>
          <p:spPr bwMode="auto">
            <a:xfrm>
              <a:off x="22562405" y="-335768"/>
              <a:ext cx="933577" cy="990509"/>
            </a:xfrm>
            <a:prstGeom prst="chevron">
              <a:avLst>
                <a:gd name="adj" fmla="val 31818"/>
              </a:avLst>
            </a:prstGeom>
            <a:solidFill>
              <a:srgbClr val="FFFFFF">
                <a:lumMod val="85000"/>
                <a:alpha val="90000"/>
              </a:srgbClr>
            </a:solidFill>
            <a:ln>
              <a:noFill/>
            </a:ln>
            <a:effectLst/>
          </p:spPr>
          <p:txBody>
            <a:bodyPr wrap="square" lIns="91440" tIns="45715" rIns="0" bIns="45715" rtlCol="0" anchor="ctr">
              <a:noAutofit/>
            </a:bodyPr>
            <a:lstStyle/>
            <a:p>
              <a:pPr defTabSz="623853" rtl="0" fontAlgn="base">
                <a:spcBef>
                  <a:spcPts val="600"/>
                </a:spcBef>
                <a:spcAft>
                  <a:spcPts val="600"/>
                </a:spcAft>
                <a:buClr>
                  <a:srgbClr val="000000"/>
                </a:buClr>
              </a:pPr>
              <a:r>
                <a:rPr lang="pt-BR" sz="2800" b="1" kern="1200" dirty="0">
                  <a:solidFill>
                    <a:srgbClr val="FFFFFF"/>
                  </a:solidFill>
                  <a:latin typeface="Arial" charset="0"/>
                  <a:cs typeface="Times New Roman" pitchFamily="18" charset="0"/>
                </a:rPr>
                <a:t>Método</a:t>
              </a:r>
            </a:p>
          </p:txBody>
        </p:sp>
        <p:sp>
          <p:nvSpPr>
            <p:cNvPr id="9" name="Chevron 17">
              <a:extLst>
                <a:ext uri="{FF2B5EF4-FFF2-40B4-BE49-F238E27FC236}">
                  <a16:creationId xmlns:a16="http://schemas.microsoft.com/office/drawing/2014/main" id="{A4DB47BA-B90E-17C4-1A90-DBD858AD01F5}"/>
                </a:ext>
              </a:extLst>
            </p:cNvPr>
            <p:cNvSpPr/>
            <p:nvPr/>
          </p:nvSpPr>
          <p:spPr bwMode="auto">
            <a:xfrm>
              <a:off x="23417688" y="-335768"/>
              <a:ext cx="933577" cy="990509"/>
            </a:xfrm>
            <a:prstGeom prst="chevron">
              <a:avLst>
                <a:gd name="adj" fmla="val 31818"/>
              </a:avLst>
            </a:prstGeom>
            <a:solidFill>
              <a:srgbClr val="F48120">
                <a:alpha val="90000"/>
              </a:srgbClr>
            </a:solidFill>
            <a:ln>
              <a:noFill/>
            </a:ln>
            <a:effectLst/>
          </p:spPr>
          <p:txBody>
            <a:bodyPr wrap="square" lIns="91440" tIns="45715" rIns="0" bIns="45715" rtlCol="0" anchor="ctr">
              <a:noAutofit/>
            </a:bodyPr>
            <a:lstStyle/>
            <a:p>
              <a:pPr defTabSz="623853" rtl="0" fontAlgn="base">
                <a:spcBef>
                  <a:spcPts val="600"/>
                </a:spcBef>
                <a:spcAft>
                  <a:spcPts val="600"/>
                </a:spcAft>
                <a:buClr>
                  <a:srgbClr val="000000"/>
                </a:buClr>
              </a:pPr>
              <a:r>
                <a:rPr lang="pt-BR" sz="2800" b="1" kern="1200" dirty="0">
                  <a:solidFill>
                    <a:srgbClr val="FFFFFF"/>
                  </a:solidFill>
                  <a:latin typeface="Arial" charset="0"/>
                  <a:cs typeface="Times New Roman" pitchFamily="18" charset="0"/>
                </a:rPr>
                <a:t>Gestão</a:t>
              </a:r>
            </a:p>
          </p:txBody>
        </p:sp>
        <p:sp>
          <p:nvSpPr>
            <p:cNvPr id="10" name="Chevron 167">
              <a:extLst>
                <a:ext uri="{FF2B5EF4-FFF2-40B4-BE49-F238E27FC236}">
                  <a16:creationId xmlns:a16="http://schemas.microsoft.com/office/drawing/2014/main" id="{4A5B08D9-CBE5-5BC9-AD47-FF8324B73FF3}"/>
                </a:ext>
              </a:extLst>
            </p:cNvPr>
            <p:cNvSpPr/>
            <p:nvPr/>
          </p:nvSpPr>
          <p:spPr bwMode="auto">
            <a:xfrm>
              <a:off x="20106079" y="-335768"/>
              <a:ext cx="816400" cy="990509"/>
            </a:xfrm>
            <a:prstGeom prst="homePlate">
              <a:avLst>
                <a:gd name="adj" fmla="val 32073"/>
              </a:avLst>
            </a:prstGeom>
            <a:solidFill>
              <a:srgbClr val="FFFFFF">
                <a:lumMod val="85000"/>
                <a:alpha val="90000"/>
              </a:srgbClr>
            </a:solidFill>
            <a:ln>
              <a:noFill/>
            </a:ln>
            <a:effectLst/>
          </p:spPr>
          <p:txBody>
            <a:bodyPr wrap="square" lIns="91440" tIns="45715" rIns="0" bIns="45715" rtlCol="0" anchor="ctr">
              <a:noAutofit/>
            </a:bodyPr>
            <a:lstStyle/>
            <a:p>
              <a:pPr defTabSz="623853" rtl="0" fontAlgn="base">
                <a:spcBef>
                  <a:spcPts val="600"/>
                </a:spcBef>
                <a:spcAft>
                  <a:spcPts val="600"/>
                </a:spcAft>
                <a:buClr>
                  <a:srgbClr val="000000"/>
                </a:buClr>
              </a:pPr>
              <a:r>
                <a:rPr lang="pt-BR" sz="2800" b="1" kern="1200" dirty="0">
                  <a:solidFill>
                    <a:srgbClr val="FFFFFF"/>
                  </a:solidFill>
                  <a:latin typeface="Arial" charset="0"/>
                  <a:cs typeface="Times New Roman" pitchFamily="18" charset="0"/>
                </a:rPr>
                <a:t>Motivações</a:t>
              </a:r>
            </a:p>
          </p:txBody>
        </p:sp>
      </p:grpSp>
      <p:sp>
        <p:nvSpPr>
          <p:cNvPr id="12" name="Rectangle 3">
            <a:extLst>
              <a:ext uri="{FF2B5EF4-FFF2-40B4-BE49-F238E27FC236}">
                <a16:creationId xmlns:a16="http://schemas.microsoft.com/office/drawing/2014/main" id="{34BE43B5-0B78-53F7-B10F-61783B3CBBDE}"/>
              </a:ext>
            </a:extLst>
          </p:cNvPr>
          <p:cNvSpPr/>
          <p:nvPr/>
        </p:nvSpPr>
        <p:spPr>
          <a:xfrm>
            <a:off x="1524000" y="6939280"/>
            <a:ext cx="18231852" cy="292608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defTabSz="1828434" rtl="0">
              <a:defRPr/>
            </a:pPr>
            <a:endParaRPr lang="pt-BR" sz="3600" kern="1200">
              <a:solidFill>
                <a:srgbClr val="FFFFFF"/>
              </a:solidFill>
              <a:latin typeface="Lato Light" panose="020F0502020204030203" pitchFamily="34" charset="0"/>
            </a:endParaRPr>
          </a:p>
        </p:txBody>
      </p:sp>
      <p:sp>
        <p:nvSpPr>
          <p:cNvPr id="13" name="Rectangle 4">
            <a:extLst>
              <a:ext uri="{FF2B5EF4-FFF2-40B4-BE49-F238E27FC236}">
                <a16:creationId xmlns:a16="http://schemas.microsoft.com/office/drawing/2014/main" id="{20F73CB7-75DC-F4FA-9B1C-DAFB3BD20C42}"/>
              </a:ext>
            </a:extLst>
          </p:cNvPr>
          <p:cNvSpPr/>
          <p:nvPr/>
        </p:nvSpPr>
        <p:spPr>
          <a:xfrm>
            <a:off x="1524000" y="10027920"/>
            <a:ext cx="18231852" cy="292608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defTabSz="1828434" rtl="0">
              <a:defRPr/>
            </a:pPr>
            <a:endParaRPr lang="pt-BR" sz="3600" kern="1200">
              <a:solidFill>
                <a:srgbClr val="FFFFFF"/>
              </a:solidFill>
              <a:latin typeface="Lato Light" panose="020F0502020204030203" pitchFamily="34" charset="0"/>
            </a:endParaRPr>
          </a:p>
        </p:txBody>
      </p:sp>
      <p:sp>
        <p:nvSpPr>
          <p:cNvPr id="14" name="Rectangle 5">
            <a:extLst>
              <a:ext uri="{FF2B5EF4-FFF2-40B4-BE49-F238E27FC236}">
                <a16:creationId xmlns:a16="http://schemas.microsoft.com/office/drawing/2014/main" id="{1A46EDD5-15E0-CCE2-C50B-816D841B64D3}"/>
              </a:ext>
            </a:extLst>
          </p:cNvPr>
          <p:cNvSpPr/>
          <p:nvPr/>
        </p:nvSpPr>
        <p:spPr>
          <a:xfrm>
            <a:off x="1523999" y="3850640"/>
            <a:ext cx="18231852" cy="292608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defTabSz="1828434" rtl="0">
              <a:defRPr/>
            </a:pPr>
            <a:endParaRPr lang="pt-BR" sz="3600" kern="1200">
              <a:solidFill>
                <a:srgbClr val="FFFFFF"/>
              </a:solidFill>
              <a:latin typeface="Lato Light" panose="020F0502020204030203" pitchFamily="34" charset="0"/>
            </a:endParaRPr>
          </a:p>
        </p:txBody>
      </p:sp>
      <p:cxnSp>
        <p:nvCxnSpPr>
          <p:cNvPr id="15" name="Straight Connector 12">
            <a:extLst>
              <a:ext uri="{FF2B5EF4-FFF2-40B4-BE49-F238E27FC236}">
                <a16:creationId xmlns:a16="http://schemas.microsoft.com/office/drawing/2014/main" id="{217D68AA-2EC0-E6B6-F7C9-CE030ABC707A}"/>
              </a:ext>
            </a:extLst>
          </p:cNvPr>
          <p:cNvCxnSpPr>
            <a:cxnSpLocks/>
          </p:cNvCxnSpPr>
          <p:nvPr/>
        </p:nvCxnSpPr>
        <p:spPr>
          <a:xfrm>
            <a:off x="7141892" y="2667000"/>
            <a:ext cx="0" cy="1028700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3">
            <a:extLst>
              <a:ext uri="{FF2B5EF4-FFF2-40B4-BE49-F238E27FC236}">
                <a16:creationId xmlns:a16="http://schemas.microsoft.com/office/drawing/2014/main" id="{2396F709-A576-68D7-51F2-D075B2112610}"/>
              </a:ext>
            </a:extLst>
          </p:cNvPr>
          <p:cNvCxnSpPr>
            <a:cxnSpLocks/>
          </p:cNvCxnSpPr>
          <p:nvPr/>
        </p:nvCxnSpPr>
        <p:spPr>
          <a:xfrm>
            <a:off x="11336584" y="2667000"/>
            <a:ext cx="0" cy="1028700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4">
            <a:extLst>
              <a:ext uri="{FF2B5EF4-FFF2-40B4-BE49-F238E27FC236}">
                <a16:creationId xmlns:a16="http://schemas.microsoft.com/office/drawing/2014/main" id="{8C57BC98-1471-74D4-3D48-7F5C57438311}"/>
              </a:ext>
            </a:extLst>
          </p:cNvPr>
          <p:cNvCxnSpPr>
            <a:cxnSpLocks/>
          </p:cNvCxnSpPr>
          <p:nvPr/>
        </p:nvCxnSpPr>
        <p:spPr>
          <a:xfrm>
            <a:off x="15531277" y="2667000"/>
            <a:ext cx="0" cy="1028700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7">
            <a:extLst>
              <a:ext uri="{FF2B5EF4-FFF2-40B4-BE49-F238E27FC236}">
                <a16:creationId xmlns:a16="http://schemas.microsoft.com/office/drawing/2014/main" id="{201BD6AB-50B1-0F59-9B01-52801AC7D2CD}"/>
              </a:ext>
            </a:extLst>
          </p:cNvPr>
          <p:cNvCxnSpPr>
            <a:cxnSpLocks/>
          </p:cNvCxnSpPr>
          <p:nvPr/>
        </p:nvCxnSpPr>
        <p:spPr>
          <a:xfrm>
            <a:off x="2947199" y="2667000"/>
            <a:ext cx="0" cy="1028700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8">
            <a:extLst>
              <a:ext uri="{FF2B5EF4-FFF2-40B4-BE49-F238E27FC236}">
                <a16:creationId xmlns:a16="http://schemas.microsoft.com/office/drawing/2014/main" id="{753AAB91-69D3-D1CB-E7AB-65E549218343}"/>
              </a:ext>
            </a:extLst>
          </p:cNvPr>
          <p:cNvSpPr txBox="1"/>
          <p:nvPr/>
        </p:nvSpPr>
        <p:spPr>
          <a:xfrm rot="16200000">
            <a:off x="1894002" y="11204336"/>
            <a:ext cx="683199" cy="573247"/>
          </a:xfrm>
          <a:prstGeom prst="rect">
            <a:avLst/>
          </a:prstGeom>
          <a:noFill/>
        </p:spPr>
        <p:txBody>
          <a:bodyPr wrap="none" rtlCol="0" anchor="ctr" anchorCtr="0">
            <a:spAutoFit/>
          </a:bodyPr>
          <a:lstStyle/>
          <a:p>
            <a:pPr defTabSz="1828434" rtl="0">
              <a:defRPr/>
            </a:pPr>
            <a:r>
              <a:rPr lang="pt-BR" sz="2400" b="1" kern="1200">
                <a:solidFill>
                  <a:srgbClr val="08204C"/>
                </a:solidFill>
                <a:latin typeface="Poppins" pitchFamily="2" charset="77"/>
                <a:ea typeface="League Spartan" charset="0"/>
                <a:cs typeface="Poppins" pitchFamily="2" charset="77"/>
              </a:rPr>
              <a:t>KPI</a:t>
            </a:r>
          </a:p>
        </p:txBody>
      </p:sp>
      <p:sp>
        <p:nvSpPr>
          <p:cNvPr id="21" name="TextBox 19">
            <a:extLst>
              <a:ext uri="{FF2B5EF4-FFF2-40B4-BE49-F238E27FC236}">
                <a16:creationId xmlns:a16="http://schemas.microsoft.com/office/drawing/2014/main" id="{7C4A4583-1670-A0AF-9722-A2630E99A926}"/>
              </a:ext>
            </a:extLst>
          </p:cNvPr>
          <p:cNvSpPr txBox="1"/>
          <p:nvPr/>
        </p:nvSpPr>
        <p:spPr>
          <a:xfrm rot="16200000">
            <a:off x="1383449" y="8171487"/>
            <a:ext cx="1704313" cy="461665"/>
          </a:xfrm>
          <a:prstGeom prst="rect">
            <a:avLst/>
          </a:prstGeom>
          <a:noFill/>
        </p:spPr>
        <p:txBody>
          <a:bodyPr wrap="none" rtlCol="0" anchor="ctr" anchorCtr="0">
            <a:spAutoFit/>
          </a:bodyPr>
          <a:lstStyle/>
          <a:p>
            <a:pPr defTabSz="1828434" rtl="0">
              <a:defRPr/>
            </a:pPr>
            <a:r>
              <a:rPr lang="pt-BR" sz="2400" b="1" kern="1200" dirty="0">
                <a:solidFill>
                  <a:srgbClr val="08204C"/>
                </a:solidFill>
                <a:latin typeface="Poppins" pitchFamily="2" charset="77"/>
                <a:ea typeface="League Spartan" charset="0"/>
                <a:cs typeface="Poppins" pitchFamily="2" charset="77"/>
              </a:rPr>
              <a:t>Execução</a:t>
            </a:r>
          </a:p>
        </p:txBody>
      </p:sp>
      <p:sp>
        <p:nvSpPr>
          <p:cNvPr id="22" name="TextBox 20">
            <a:extLst>
              <a:ext uri="{FF2B5EF4-FFF2-40B4-BE49-F238E27FC236}">
                <a16:creationId xmlns:a16="http://schemas.microsoft.com/office/drawing/2014/main" id="{5AF81EA4-6647-E70A-6A2F-96DC527419EE}"/>
              </a:ext>
            </a:extLst>
          </p:cNvPr>
          <p:cNvSpPr txBox="1"/>
          <p:nvPr/>
        </p:nvSpPr>
        <p:spPr>
          <a:xfrm rot="16200000">
            <a:off x="1684012" y="5082847"/>
            <a:ext cx="1103187" cy="461665"/>
          </a:xfrm>
          <a:prstGeom prst="rect">
            <a:avLst/>
          </a:prstGeom>
          <a:noFill/>
        </p:spPr>
        <p:txBody>
          <a:bodyPr wrap="none" rtlCol="0" anchor="ctr" anchorCtr="0">
            <a:spAutoFit/>
          </a:bodyPr>
          <a:lstStyle/>
          <a:p>
            <a:pPr defTabSz="1828434" rtl="0">
              <a:defRPr/>
            </a:pPr>
            <a:r>
              <a:rPr lang="pt-BR" sz="2400" b="1" kern="1200" dirty="0">
                <a:solidFill>
                  <a:srgbClr val="08204C"/>
                </a:solidFill>
                <a:latin typeface="Poppins" pitchFamily="2" charset="77"/>
                <a:ea typeface="League Spartan" charset="0"/>
                <a:cs typeface="Poppins" pitchFamily="2" charset="77"/>
              </a:rPr>
              <a:t>Setup</a:t>
            </a:r>
          </a:p>
        </p:txBody>
      </p:sp>
      <p:sp>
        <p:nvSpPr>
          <p:cNvPr id="23" name="TextBox 24">
            <a:extLst>
              <a:ext uri="{FF2B5EF4-FFF2-40B4-BE49-F238E27FC236}">
                <a16:creationId xmlns:a16="http://schemas.microsoft.com/office/drawing/2014/main" id="{FDA9569D-987C-7054-5E83-07C30D084D49}"/>
              </a:ext>
            </a:extLst>
          </p:cNvPr>
          <p:cNvSpPr txBox="1"/>
          <p:nvPr/>
        </p:nvSpPr>
        <p:spPr>
          <a:xfrm>
            <a:off x="3106523" y="3481309"/>
            <a:ext cx="997608" cy="369332"/>
          </a:xfrm>
          <a:prstGeom prst="rect">
            <a:avLst/>
          </a:prstGeom>
          <a:noFill/>
        </p:spPr>
        <p:txBody>
          <a:bodyPr wrap="none" rtlCol="0" anchor="b" anchorCtr="0">
            <a:spAutoFit/>
          </a:bodyPr>
          <a:lstStyle/>
          <a:p>
            <a:pPr defTabSz="1828434" rtl="0">
              <a:defRPr/>
            </a:pPr>
            <a:r>
              <a:rPr lang="pt-BR" sz="1800" b="1" kern="1200" dirty="0">
                <a:solidFill>
                  <a:srgbClr val="AAAAAA"/>
                </a:solidFill>
                <a:latin typeface="Poppins" pitchFamily="2" charset="77"/>
                <a:ea typeface="League Spartan" charset="0"/>
                <a:cs typeface="Poppins" pitchFamily="2" charset="77"/>
              </a:rPr>
              <a:t>Mês 1</a:t>
            </a:r>
          </a:p>
        </p:txBody>
      </p:sp>
      <p:sp>
        <p:nvSpPr>
          <p:cNvPr id="24" name="TextBox 25">
            <a:extLst>
              <a:ext uri="{FF2B5EF4-FFF2-40B4-BE49-F238E27FC236}">
                <a16:creationId xmlns:a16="http://schemas.microsoft.com/office/drawing/2014/main" id="{280873F2-C9FD-7FA6-189F-E5E77548F950}"/>
              </a:ext>
            </a:extLst>
          </p:cNvPr>
          <p:cNvSpPr txBox="1"/>
          <p:nvPr/>
        </p:nvSpPr>
        <p:spPr>
          <a:xfrm>
            <a:off x="5952119" y="3481309"/>
            <a:ext cx="1063294" cy="369332"/>
          </a:xfrm>
          <a:prstGeom prst="rect">
            <a:avLst/>
          </a:prstGeom>
          <a:noFill/>
        </p:spPr>
        <p:txBody>
          <a:bodyPr wrap="none" rtlCol="0" anchor="b" anchorCtr="0">
            <a:spAutoFit/>
          </a:bodyPr>
          <a:lstStyle/>
          <a:p>
            <a:pPr defTabSz="1828434" rtl="0">
              <a:defRPr/>
            </a:pPr>
            <a:r>
              <a:rPr lang="pt-BR" sz="1800" b="1" kern="1200" dirty="0">
                <a:solidFill>
                  <a:srgbClr val="AAAAAA"/>
                </a:solidFill>
                <a:latin typeface="Poppins" pitchFamily="2" charset="77"/>
                <a:ea typeface="League Spartan" charset="0"/>
                <a:cs typeface="Poppins" pitchFamily="2" charset="77"/>
              </a:rPr>
              <a:t>Mês 3</a:t>
            </a:r>
          </a:p>
        </p:txBody>
      </p:sp>
      <p:sp>
        <p:nvSpPr>
          <p:cNvPr id="25" name="TextBox 26">
            <a:extLst>
              <a:ext uri="{FF2B5EF4-FFF2-40B4-BE49-F238E27FC236}">
                <a16:creationId xmlns:a16="http://schemas.microsoft.com/office/drawing/2014/main" id="{9BB6CCE0-91E6-3C62-6323-C5912996FA2D}"/>
              </a:ext>
            </a:extLst>
          </p:cNvPr>
          <p:cNvSpPr txBox="1"/>
          <p:nvPr/>
        </p:nvSpPr>
        <p:spPr>
          <a:xfrm>
            <a:off x="4517875" y="3481309"/>
            <a:ext cx="1053341" cy="369332"/>
          </a:xfrm>
          <a:prstGeom prst="rect">
            <a:avLst/>
          </a:prstGeom>
          <a:noFill/>
        </p:spPr>
        <p:txBody>
          <a:bodyPr wrap="none" rtlCol="0" anchor="b" anchorCtr="0">
            <a:spAutoFit/>
          </a:bodyPr>
          <a:lstStyle/>
          <a:p>
            <a:pPr defTabSz="1828434" rtl="0">
              <a:defRPr/>
            </a:pPr>
            <a:r>
              <a:rPr lang="pt-BR" sz="1800" b="1" kern="1200" dirty="0">
                <a:solidFill>
                  <a:srgbClr val="AAAAAA"/>
                </a:solidFill>
                <a:latin typeface="Poppins" pitchFamily="2" charset="77"/>
                <a:ea typeface="League Spartan" charset="0"/>
                <a:cs typeface="Poppins" pitchFamily="2" charset="77"/>
              </a:rPr>
              <a:t>Mês 2</a:t>
            </a:r>
          </a:p>
        </p:txBody>
      </p:sp>
      <p:sp>
        <p:nvSpPr>
          <p:cNvPr id="26" name="TextBox 29">
            <a:extLst>
              <a:ext uri="{FF2B5EF4-FFF2-40B4-BE49-F238E27FC236}">
                <a16:creationId xmlns:a16="http://schemas.microsoft.com/office/drawing/2014/main" id="{F2FC4CF2-927F-DFC0-DC0B-D08332895350}"/>
              </a:ext>
            </a:extLst>
          </p:cNvPr>
          <p:cNvSpPr txBox="1"/>
          <p:nvPr/>
        </p:nvSpPr>
        <p:spPr>
          <a:xfrm>
            <a:off x="7258422" y="3481309"/>
            <a:ext cx="1083198" cy="369332"/>
          </a:xfrm>
          <a:prstGeom prst="rect">
            <a:avLst/>
          </a:prstGeom>
          <a:noFill/>
        </p:spPr>
        <p:txBody>
          <a:bodyPr wrap="none" rtlCol="0" anchor="b" anchorCtr="0">
            <a:spAutoFit/>
          </a:bodyPr>
          <a:lstStyle/>
          <a:p>
            <a:pPr defTabSz="1828434" rtl="0">
              <a:defRPr/>
            </a:pPr>
            <a:r>
              <a:rPr lang="pt-BR" sz="1800" b="1" kern="1200" dirty="0">
                <a:solidFill>
                  <a:srgbClr val="AAAAAA"/>
                </a:solidFill>
                <a:latin typeface="Poppins" pitchFamily="2" charset="77"/>
                <a:ea typeface="League Spartan" charset="0"/>
                <a:cs typeface="Poppins" pitchFamily="2" charset="77"/>
              </a:rPr>
              <a:t>Mês 4</a:t>
            </a:r>
          </a:p>
        </p:txBody>
      </p:sp>
      <p:sp>
        <p:nvSpPr>
          <p:cNvPr id="27" name="TextBox 30">
            <a:extLst>
              <a:ext uri="{FF2B5EF4-FFF2-40B4-BE49-F238E27FC236}">
                <a16:creationId xmlns:a16="http://schemas.microsoft.com/office/drawing/2014/main" id="{AB01ECE3-1353-2621-AE70-9BBE2DA25FA9}"/>
              </a:ext>
            </a:extLst>
          </p:cNvPr>
          <p:cNvSpPr txBox="1"/>
          <p:nvPr/>
        </p:nvSpPr>
        <p:spPr>
          <a:xfrm>
            <a:off x="10141835" y="3481309"/>
            <a:ext cx="1073245" cy="369332"/>
          </a:xfrm>
          <a:prstGeom prst="rect">
            <a:avLst/>
          </a:prstGeom>
          <a:noFill/>
        </p:spPr>
        <p:txBody>
          <a:bodyPr wrap="none" rtlCol="0" anchor="b" anchorCtr="0">
            <a:spAutoFit/>
          </a:bodyPr>
          <a:lstStyle/>
          <a:p>
            <a:pPr defTabSz="1828434" rtl="0">
              <a:defRPr/>
            </a:pPr>
            <a:r>
              <a:rPr lang="pt-BR" sz="1800" b="1" kern="1200" dirty="0">
                <a:solidFill>
                  <a:srgbClr val="AAAAAA"/>
                </a:solidFill>
                <a:latin typeface="Poppins" pitchFamily="2" charset="77"/>
                <a:ea typeface="League Spartan" charset="0"/>
                <a:cs typeface="Poppins" pitchFamily="2" charset="77"/>
              </a:rPr>
              <a:t>Mês 6</a:t>
            </a:r>
          </a:p>
        </p:txBody>
      </p:sp>
      <p:sp>
        <p:nvSpPr>
          <p:cNvPr id="28" name="TextBox 31">
            <a:extLst>
              <a:ext uri="{FF2B5EF4-FFF2-40B4-BE49-F238E27FC236}">
                <a16:creationId xmlns:a16="http://schemas.microsoft.com/office/drawing/2014/main" id="{2F6EF152-2A4D-5AF0-8D30-63DA25D51A86}"/>
              </a:ext>
            </a:extLst>
          </p:cNvPr>
          <p:cNvSpPr txBox="1"/>
          <p:nvPr/>
        </p:nvSpPr>
        <p:spPr>
          <a:xfrm>
            <a:off x="8700627" y="3481309"/>
            <a:ext cx="1077226" cy="369332"/>
          </a:xfrm>
          <a:prstGeom prst="rect">
            <a:avLst/>
          </a:prstGeom>
          <a:noFill/>
        </p:spPr>
        <p:txBody>
          <a:bodyPr wrap="none" rtlCol="0" anchor="b" anchorCtr="0">
            <a:spAutoFit/>
          </a:bodyPr>
          <a:lstStyle/>
          <a:p>
            <a:pPr defTabSz="1828434" rtl="0">
              <a:defRPr/>
            </a:pPr>
            <a:r>
              <a:rPr lang="pt-BR" sz="1800" b="1" kern="1200" dirty="0">
                <a:solidFill>
                  <a:srgbClr val="AAAAAA"/>
                </a:solidFill>
                <a:latin typeface="Poppins" pitchFamily="2" charset="77"/>
                <a:ea typeface="League Spartan" charset="0"/>
                <a:cs typeface="Poppins" pitchFamily="2" charset="77"/>
              </a:rPr>
              <a:t>Mê5s </a:t>
            </a:r>
          </a:p>
        </p:txBody>
      </p:sp>
      <p:sp>
        <p:nvSpPr>
          <p:cNvPr id="29" name="TextBox 33">
            <a:extLst>
              <a:ext uri="{FF2B5EF4-FFF2-40B4-BE49-F238E27FC236}">
                <a16:creationId xmlns:a16="http://schemas.microsoft.com/office/drawing/2014/main" id="{F1BB2212-353B-3435-C329-B7B5751F577E}"/>
              </a:ext>
            </a:extLst>
          </p:cNvPr>
          <p:cNvSpPr txBox="1"/>
          <p:nvPr/>
        </p:nvSpPr>
        <p:spPr>
          <a:xfrm>
            <a:off x="11473017" y="3481309"/>
            <a:ext cx="1043388" cy="369332"/>
          </a:xfrm>
          <a:prstGeom prst="rect">
            <a:avLst/>
          </a:prstGeom>
          <a:noFill/>
        </p:spPr>
        <p:txBody>
          <a:bodyPr wrap="none" rtlCol="0" anchor="b" anchorCtr="0">
            <a:spAutoFit/>
          </a:bodyPr>
          <a:lstStyle/>
          <a:p>
            <a:pPr defTabSz="1828434" rtl="0">
              <a:defRPr/>
            </a:pPr>
            <a:r>
              <a:rPr lang="pt-BR" sz="1800" b="1" kern="1200" dirty="0">
                <a:solidFill>
                  <a:srgbClr val="AAAAAA"/>
                </a:solidFill>
                <a:latin typeface="Poppins" pitchFamily="2" charset="77"/>
                <a:ea typeface="League Spartan" charset="0"/>
                <a:cs typeface="Poppins" pitchFamily="2" charset="77"/>
              </a:rPr>
              <a:t>Mês 7</a:t>
            </a:r>
          </a:p>
        </p:txBody>
      </p:sp>
      <p:sp>
        <p:nvSpPr>
          <p:cNvPr id="30" name="TextBox 34">
            <a:extLst>
              <a:ext uri="{FF2B5EF4-FFF2-40B4-BE49-F238E27FC236}">
                <a16:creationId xmlns:a16="http://schemas.microsoft.com/office/drawing/2014/main" id="{17B35511-E523-EBBF-0510-0411818F717A}"/>
              </a:ext>
            </a:extLst>
          </p:cNvPr>
          <p:cNvSpPr txBox="1"/>
          <p:nvPr/>
        </p:nvSpPr>
        <p:spPr>
          <a:xfrm>
            <a:off x="14339514" y="3481309"/>
            <a:ext cx="1067274" cy="369332"/>
          </a:xfrm>
          <a:prstGeom prst="rect">
            <a:avLst/>
          </a:prstGeom>
          <a:noFill/>
        </p:spPr>
        <p:txBody>
          <a:bodyPr wrap="none" rtlCol="0" anchor="b" anchorCtr="0">
            <a:spAutoFit/>
          </a:bodyPr>
          <a:lstStyle/>
          <a:p>
            <a:pPr defTabSz="1828434" rtl="0">
              <a:defRPr/>
            </a:pPr>
            <a:r>
              <a:rPr lang="pt-BR" sz="1800" b="1" kern="1200" dirty="0">
                <a:solidFill>
                  <a:srgbClr val="AAAAAA"/>
                </a:solidFill>
                <a:latin typeface="Poppins" pitchFamily="2" charset="77"/>
                <a:ea typeface="League Spartan" charset="0"/>
                <a:cs typeface="Poppins" pitchFamily="2" charset="77"/>
              </a:rPr>
              <a:t>Mês 9</a:t>
            </a:r>
          </a:p>
        </p:txBody>
      </p:sp>
      <p:sp>
        <p:nvSpPr>
          <p:cNvPr id="31" name="TextBox 35">
            <a:extLst>
              <a:ext uri="{FF2B5EF4-FFF2-40B4-BE49-F238E27FC236}">
                <a16:creationId xmlns:a16="http://schemas.microsoft.com/office/drawing/2014/main" id="{A9C5F910-5B5E-2B7D-8427-3E362C842869}"/>
              </a:ext>
            </a:extLst>
          </p:cNvPr>
          <p:cNvSpPr txBox="1"/>
          <p:nvPr/>
        </p:nvSpPr>
        <p:spPr>
          <a:xfrm>
            <a:off x="12896313" y="3481309"/>
            <a:ext cx="1075237" cy="369332"/>
          </a:xfrm>
          <a:prstGeom prst="rect">
            <a:avLst/>
          </a:prstGeom>
          <a:noFill/>
        </p:spPr>
        <p:txBody>
          <a:bodyPr wrap="none" rtlCol="0" anchor="b" anchorCtr="0">
            <a:spAutoFit/>
          </a:bodyPr>
          <a:lstStyle/>
          <a:p>
            <a:pPr defTabSz="1828434" rtl="0">
              <a:defRPr/>
            </a:pPr>
            <a:r>
              <a:rPr lang="pt-BR" sz="1800" b="1" kern="1200" dirty="0">
                <a:solidFill>
                  <a:srgbClr val="AAAAAA"/>
                </a:solidFill>
                <a:latin typeface="Poppins" pitchFamily="2" charset="77"/>
                <a:ea typeface="League Spartan" charset="0"/>
                <a:cs typeface="Poppins" pitchFamily="2" charset="77"/>
              </a:rPr>
              <a:t>Mês 8</a:t>
            </a:r>
          </a:p>
        </p:txBody>
      </p:sp>
      <p:sp>
        <p:nvSpPr>
          <p:cNvPr id="32" name="TextBox 37">
            <a:extLst>
              <a:ext uri="{FF2B5EF4-FFF2-40B4-BE49-F238E27FC236}">
                <a16:creationId xmlns:a16="http://schemas.microsoft.com/office/drawing/2014/main" id="{E18EAEE3-EC94-1880-C852-5E76D10B3008}"/>
              </a:ext>
            </a:extLst>
          </p:cNvPr>
          <p:cNvSpPr txBox="1"/>
          <p:nvPr/>
        </p:nvSpPr>
        <p:spPr>
          <a:xfrm>
            <a:off x="15597049" y="3481309"/>
            <a:ext cx="1184709" cy="369332"/>
          </a:xfrm>
          <a:prstGeom prst="rect">
            <a:avLst/>
          </a:prstGeom>
          <a:noFill/>
        </p:spPr>
        <p:txBody>
          <a:bodyPr wrap="none" rtlCol="0" anchor="b" anchorCtr="0">
            <a:spAutoFit/>
          </a:bodyPr>
          <a:lstStyle/>
          <a:p>
            <a:pPr defTabSz="1828434" rtl="0">
              <a:defRPr/>
            </a:pPr>
            <a:r>
              <a:rPr lang="pt-BR" sz="1800" b="1" kern="1200" dirty="0">
                <a:solidFill>
                  <a:srgbClr val="AAAAAA"/>
                </a:solidFill>
                <a:latin typeface="Poppins" pitchFamily="2" charset="77"/>
                <a:ea typeface="League Spartan" charset="0"/>
                <a:cs typeface="Poppins" pitchFamily="2" charset="77"/>
              </a:rPr>
              <a:t>Mês 10</a:t>
            </a:r>
          </a:p>
        </p:txBody>
      </p:sp>
      <p:sp>
        <p:nvSpPr>
          <p:cNvPr id="33" name="TextBox 38">
            <a:extLst>
              <a:ext uri="{FF2B5EF4-FFF2-40B4-BE49-F238E27FC236}">
                <a16:creationId xmlns:a16="http://schemas.microsoft.com/office/drawing/2014/main" id="{2F735157-BAA1-D751-DABF-405731BEC6B5}"/>
              </a:ext>
            </a:extLst>
          </p:cNvPr>
          <p:cNvSpPr txBox="1"/>
          <p:nvPr/>
        </p:nvSpPr>
        <p:spPr>
          <a:xfrm>
            <a:off x="18487431" y="3481309"/>
            <a:ext cx="1160824" cy="369332"/>
          </a:xfrm>
          <a:prstGeom prst="rect">
            <a:avLst/>
          </a:prstGeom>
          <a:noFill/>
        </p:spPr>
        <p:txBody>
          <a:bodyPr wrap="none" rtlCol="0" anchor="b" anchorCtr="0">
            <a:spAutoFit/>
          </a:bodyPr>
          <a:lstStyle/>
          <a:p>
            <a:pPr defTabSz="1828434" rtl="0">
              <a:defRPr/>
            </a:pPr>
            <a:r>
              <a:rPr lang="pt-BR" sz="1800" b="1" kern="1200" dirty="0">
                <a:solidFill>
                  <a:srgbClr val="AAAAAA"/>
                </a:solidFill>
                <a:latin typeface="Poppins" pitchFamily="2" charset="77"/>
                <a:ea typeface="League Spartan" charset="0"/>
                <a:cs typeface="Poppins" pitchFamily="2" charset="77"/>
              </a:rPr>
              <a:t>Mês 12</a:t>
            </a:r>
          </a:p>
        </p:txBody>
      </p:sp>
      <p:sp>
        <p:nvSpPr>
          <p:cNvPr id="34" name="TextBox 39">
            <a:extLst>
              <a:ext uri="{FF2B5EF4-FFF2-40B4-BE49-F238E27FC236}">
                <a16:creationId xmlns:a16="http://schemas.microsoft.com/office/drawing/2014/main" id="{0D63E71A-4D5B-92DC-3F8D-C1CDDE2B73E4}"/>
              </a:ext>
            </a:extLst>
          </p:cNvPr>
          <p:cNvSpPr txBox="1"/>
          <p:nvPr/>
        </p:nvSpPr>
        <p:spPr>
          <a:xfrm>
            <a:off x="17076076" y="3481309"/>
            <a:ext cx="1105092" cy="369332"/>
          </a:xfrm>
          <a:prstGeom prst="rect">
            <a:avLst/>
          </a:prstGeom>
          <a:noFill/>
        </p:spPr>
        <p:txBody>
          <a:bodyPr wrap="none" rtlCol="0" anchor="b" anchorCtr="0">
            <a:spAutoFit/>
          </a:bodyPr>
          <a:lstStyle/>
          <a:p>
            <a:pPr defTabSz="1828434" rtl="0">
              <a:defRPr/>
            </a:pPr>
            <a:r>
              <a:rPr lang="pt-BR" sz="1800" b="1" kern="1200" dirty="0">
                <a:solidFill>
                  <a:srgbClr val="AAAAAA"/>
                </a:solidFill>
                <a:latin typeface="Poppins" pitchFamily="2" charset="77"/>
                <a:ea typeface="League Spartan" charset="0"/>
                <a:cs typeface="Poppins" pitchFamily="2" charset="77"/>
              </a:rPr>
              <a:t>Mês 11</a:t>
            </a:r>
          </a:p>
        </p:txBody>
      </p:sp>
      <p:sp>
        <p:nvSpPr>
          <p:cNvPr id="38" name="TextBox 49">
            <a:extLst>
              <a:ext uri="{FF2B5EF4-FFF2-40B4-BE49-F238E27FC236}">
                <a16:creationId xmlns:a16="http://schemas.microsoft.com/office/drawing/2014/main" id="{AB8F38E9-DBA5-0870-D04C-2BB6BD2F6649}"/>
              </a:ext>
            </a:extLst>
          </p:cNvPr>
          <p:cNvSpPr txBox="1"/>
          <p:nvPr/>
        </p:nvSpPr>
        <p:spPr>
          <a:xfrm>
            <a:off x="3122446" y="2589804"/>
            <a:ext cx="822450" cy="584775"/>
          </a:xfrm>
          <a:prstGeom prst="rect">
            <a:avLst/>
          </a:prstGeom>
          <a:noFill/>
        </p:spPr>
        <p:txBody>
          <a:bodyPr wrap="none" rtlCol="0" anchor="b" anchorCtr="0">
            <a:spAutoFit/>
          </a:bodyPr>
          <a:lstStyle/>
          <a:p>
            <a:pPr algn="l" defTabSz="1828434" rtl="0">
              <a:defRPr/>
            </a:pPr>
            <a:r>
              <a:rPr lang="pt-BR" sz="3200" b="1" kern="1200" dirty="0">
                <a:solidFill>
                  <a:srgbClr val="AAAAAA"/>
                </a:solidFill>
                <a:latin typeface="Poppins" pitchFamily="2" charset="77"/>
                <a:ea typeface="League Spartan" charset="0"/>
                <a:cs typeface="Poppins" pitchFamily="2" charset="77"/>
              </a:rPr>
              <a:t>Q1</a:t>
            </a:r>
            <a:endParaRPr lang="pt-BR" sz="3200" b="1" kern="1200" baseline="-25000" dirty="0">
              <a:solidFill>
                <a:srgbClr val="AAAAAA"/>
              </a:solidFill>
              <a:latin typeface="Poppins" pitchFamily="2" charset="77"/>
              <a:ea typeface="League Spartan" charset="0"/>
              <a:cs typeface="Poppins" pitchFamily="2" charset="77"/>
            </a:endParaRPr>
          </a:p>
        </p:txBody>
      </p:sp>
      <p:sp>
        <p:nvSpPr>
          <p:cNvPr id="39" name="TextBox 50">
            <a:extLst>
              <a:ext uri="{FF2B5EF4-FFF2-40B4-BE49-F238E27FC236}">
                <a16:creationId xmlns:a16="http://schemas.microsoft.com/office/drawing/2014/main" id="{5BCE80AC-99AF-9253-671E-0D254C2ED4A1}"/>
              </a:ext>
            </a:extLst>
          </p:cNvPr>
          <p:cNvSpPr txBox="1"/>
          <p:nvPr/>
        </p:nvSpPr>
        <p:spPr>
          <a:xfrm>
            <a:off x="7318133" y="2589804"/>
            <a:ext cx="921972" cy="584775"/>
          </a:xfrm>
          <a:prstGeom prst="rect">
            <a:avLst/>
          </a:prstGeom>
          <a:noFill/>
        </p:spPr>
        <p:txBody>
          <a:bodyPr wrap="none" rtlCol="0" anchor="b" anchorCtr="0">
            <a:spAutoFit/>
          </a:bodyPr>
          <a:lstStyle/>
          <a:p>
            <a:pPr algn="l" defTabSz="1828434" rtl="0">
              <a:defRPr/>
            </a:pPr>
            <a:r>
              <a:rPr lang="pt-BR" sz="3200" b="1" kern="1200" dirty="0">
                <a:solidFill>
                  <a:srgbClr val="AAAAAA"/>
                </a:solidFill>
                <a:latin typeface="Poppins" pitchFamily="2" charset="77"/>
                <a:ea typeface="League Spartan" charset="0"/>
                <a:cs typeface="Poppins" pitchFamily="2" charset="77"/>
              </a:rPr>
              <a:t>Q2</a:t>
            </a:r>
            <a:endParaRPr lang="pt-BR" sz="3200" b="1" kern="1200" baseline="-25000" dirty="0">
              <a:solidFill>
                <a:srgbClr val="AAAAAA"/>
              </a:solidFill>
              <a:latin typeface="Poppins" pitchFamily="2" charset="77"/>
              <a:ea typeface="League Spartan" charset="0"/>
              <a:cs typeface="Poppins" pitchFamily="2" charset="77"/>
            </a:endParaRPr>
          </a:p>
        </p:txBody>
      </p:sp>
      <p:sp>
        <p:nvSpPr>
          <p:cNvPr id="40" name="TextBox 51">
            <a:extLst>
              <a:ext uri="{FF2B5EF4-FFF2-40B4-BE49-F238E27FC236}">
                <a16:creationId xmlns:a16="http://schemas.microsoft.com/office/drawing/2014/main" id="{D830C821-C75D-2A6A-6332-D7CA7D39C423}"/>
              </a:ext>
            </a:extLst>
          </p:cNvPr>
          <p:cNvSpPr txBox="1"/>
          <p:nvPr/>
        </p:nvSpPr>
        <p:spPr>
          <a:xfrm>
            <a:off x="11513820" y="2589804"/>
            <a:ext cx="939886" cy="584775"/>
          </a:xfrm>
          <a:prstGeom prst="rect">
            <a:avLst/>
          </a:prstGeom>
          <a:noFill/>
        </p:spPr>
        <p:txBody>
          <a:bodyPr wrap="none" rtlCol="0" anchor="b" anchorCtr="0">
            <a:spAutoFit/>
          </a:bodyPr>
          <a:lstStyle/>
          <a:p>
            <a:pPr algn="l" defTabSz="1828434" rtl="0">
              <a:defRPr/>
            </a:pPr>
            <a:r>
              <a:rPr lang="pt-BR" sz="3200" b="1" kern="1200" dirty="0">
                <a:solidFill>
                  <a:srgbClr val="AAAAAA"/>
                </a:solidFill>
                <a:latin typeface="Poppins" pitchFamily="2" charset="77"/>
                <a:ea typeface="League Spartan" charset="0"/>
                <a:cs typeface="Poppins" pitchFamily="2" charset="77"/>
              </a:rPr>
              <a:t>Q3</a:t>
            </a:r>
            <a:endParaRPr lang="pt-BR" sz="3200" b="1" kern="1200" baseline="-25000" dirty="0">
              <a:solidFill>
                <a:srgbClr val="AAAAAA"/>
              </a:solidFill>
              <a:latin typeface="Poppins" pitchFamily="2" charset="77"/>
              <a:ea typeface="League Spartan" charset="0"/>
              <a:cs typeface="Poppins" pitchFamily="2" charset="77"/>
            </a:endParaRPr>
          </a:p>
        </p:txBody>
      </p:sp>
      <p:sp>
        <p:nvSpPr>
          <p:cNvPr id="41" name="TextBox 52">
            <a:extLst>
              <a:ext uri="{FF2B5EF4-FFF2-40B4-BE49-F238E27FC236}">
                <a16:creationId xmlns:a16="http://schemas.microsoft.com/office/drawing/2014/main" id="{71CAD63F-3F36-CF4F-9C95-13F529E5769E}"/>
              </a:ext>
            </a:extLst>
          </p:cNvPr>
          <p:cNvSpPr txBox="1"/>
          <p:nvPr/>
        </p:nvSpPr>
        <p:spPr>
          <a:xfrm>
            <a:off x="15709507" y="2589804"/>
            <a:ext cx="975715" cy="584775"/>
          </a:xfrm>
          <a:prstGeom prst="rect">
            <a:avLst/>
          </a:prstGeom>
          <a:noFill/>
        </p:spPr>
        <p:txBody>
          <a:bodyPr wrap="none" rtlCol="0" anchor="b" anchorCtr="0">
            <a:spAutoFit/>
          </a:bodyPr>
          <a:lstStyle/>
          <a:p>
            <a:pPr algn="l" defTabSz="1828434" rtl="0">
              <a:defRPr/>
            </a:pPr>
            <a:r>
              <a:rPr lang="pt-BR" sz="3200" b="1" kern="1200" dirty="0">
                <a:solidFill>
                  <a:srgbClr val="AAAAAA"/>
                </a:solidFill>
                <a:latin typeface="Poppins" pitchFamily="2" charset="77"/>
                <a:ea typeface="League Spartan" charset="0"/>
                <a:cs typeface="Poppins" pitchFamily="2" charset="77"/>
              </a:rPr>
              <a:t>Q4</a:t>
            </a:r>
            <a:endParaRPr lang="pt-BR" sz="3200" b="1" kern="1200" baseline="-25000" dirty="0">
              <a:solidFill>
                <a:srgbClr val="AAAAAA"/>
              </a:solidFill>
              <a:latin typeface="Poppins" pitchFamily="2" charset="77"/>
              <a:ea typeface="League Spartan" charset="0"/>
              <a:cs typeface="Poppins" pitchFamily="2" charset="77"/>
            </a:endParaRPr>
          </a:p>
        </p:txBody>
      </p:sp>
      <p:sp>
        <p:nvSpPr>
          <p:cNvPr id="43" name="Rectangle 54">
            <a:extLst>
              <a:ext uri="{FF2B5EF4-FFF2-40B4-BE49-F238E27FC236}">
                <a16:creationId xmlns:a16="http://schemas.microsoft.com/office/drawing/2014/main" id="{B87781A2-6F2F-434C-47D3-DED60067805B}"/>
              </a:ext>
            </a:extLst>
          </p:cNvPr>
          <p:cNvSpPr/>
          <p:nvPr/>
        </p:nvSpPr>
        <p:spPr>
          <a:xfrm>
            <a:off x="3011614" y="5130156"/>
            <a:ext cx="1362487" cy="68580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defTabSz="1828434" rtl="0">
              <a:defRPr/>
            </a:pPr>
            <a:endParaRPr lang="pt-BR" sz="3600" kern="1200">
              <a:solidFill>
                <a:srgbClr val="FFFFFF"/>
              </a:solidFill>
              <a:latin typeface="Lato Light" panose="020F0502020204030203" pitchFamily="34" charset="0"/>
            </a:endParaRPr>
          </a:p>
        </p:txBody>
      </p:sp>
      <p:sp>
        <p:nvSpPr>
          <p:cNvPr id="46" name="Rectangle 73">
            <a:extLst>
              <a:ext uri="{FF2B5EF4-FFF2-40B4-BE49-F238E27FC236}">
                <a16:creationId xmlns:a16="http://schemas.microsoft.com/office/drawing/2014/main" id="{524C499B-EB59-E2DC-5AD0-F57BE471FD95}"/>
              </a:ext>
            </a:extLst>
          </p:cNvPr>
          <p:cNvSpPr/>
          <p:nvPr/>
        </p:nvSpPr>
        <p:spPr>
          <a:xfrm>
            <a:off x="3011614" y="7605136"/>
            <a:ext cx="1362487" cy="6858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defTabSz="1828434" rtl="0">
              <a:defRPr/>
            </a:pPr>
            <a:endParaRPr lang="pt-BR" sz="3600" kern="1200">
              <a:solidFill>
                <a:srgbClr val="FFFFFF"/>
              </a:solidFill>
              <a:latin typeface="Lato Light" panose="020F0502020204030203" pitchFamily="34" charset="0"/>
            </a:endParaRPr>
          </a:p>
        </p:txBody>
      </p:sp>
      <p:sp>
        <p:nvSpPr>
          <p:cNvPr id="47" name="Rectangle 76">
            <a:extLst>
              <a:ext uri="{FF2B5EF4-FFF2-40B4-BE49-F238E27FC236}">
                <a16:creationId xmlns:a16="http://schemas.microsoft.com/office/drawing/2014/main" id="{F0FB5E7D-8A56-2F79-B2F3-6F7D765AD0DC}"/>
              </a:ext>
            </a:extLst>
          </p:cNvPr>
          <p:cNvSpPr/>
          <p:nvPr/>
        </p:nvSpPr>
        <p:spPr>
          <a:xfrm>
            <a:off x="3011614" y="8453496"/>
            <a:ext cx="1362487" cy="6858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defTabSz="1828434" rtl="0">
              <a:defRPr/>
            </a:pPr>
            <a:endParaRPr lang="pt-BR" sz="3600" kern="1200">
              <a:solidFill>
                <a:srgbClr val="FFFFFF"/>
              </a:solidFill>
              <a:latin typeface="Lato Light" panose="020F0502020204030203" pitchFamily="34" charset="0"/>
            </a:endParaRPr>
          </a:p>
        </p:txBody>
      </p:sp>
      <p:sp>
        <p:nvSpPr>
          <p:cNvPr id="48" name="Freeform 93">
            <a:extLst>
              <a:ext uri="{FF2B5EF4-FFF2-40B4-BE49-F238E27FC236}">
                <a16:creationId xmlns:a16="http://schemas.microsoft.com/office/drawing/2014/main" id="{6D54FE9B-C87D-2B90-F090-F1D6A487EA97}"/>
              </a:ext>
            </a:extLst>
          </p:cNvPr>
          <p:cNvSpPr/>
          <p:nvPr/>
        </p:nvSpPr>
        <p:spPr>
          <a:xfrm>
            <a:off x="4417074" y="8453496"/>
            <a:ext cx="2182888" cy="685800"/>
          </a:xfrm>
          <a:custGeom>
            <a:avLst/>
            <a:gdLst>
              <a:gd name="connsiteX0" fmla="*/ 0 w 2029398"/>
              <a:gd name="connsiteY0" fmla="*/ 0 h 685800"/>
              <a:gd name="connsiteX1" fmla="*/ 1097156 w 2029398"/>
              <a:gd name="connsiteY1" fmla="*/ 0 h 685800"/>
              <a:gd name="connsiteX2" fmla="*/ 1097280 w 2029398"/>
              <a:gd name="connsiteY2" fmla="*/ 0 h 685800"/>
              <a:gd name="connsiteX3" fmla="*/ 2029398 w 2029398"/>
              <a:gd name="connsiteY3" fmla="*/ 0 h 685800"/>
              <a:gd name="connsiteX4" fmla="*/ 2029398 w 2029398"/>
              <a:gd name="connsiteY4" fmla="*/ 685800 h 685800"/>
              <a:gd name="connsiteX5" fmla="*/ 1097280 w 2029398"/>
              <a:gd name="connsiteY5" fmla="*/ 685800 h 685800"/>
              <a:gd name="connsiteX6" fmla="*/ 1097156 w 2029398"/>
              <a:gd name="connsiteY6" fmla="*/ 685800 h 685800"/>
              <a:gd name="connsiteX7" fmla="*/ 0 w 2029398"/>
              <a:gd name="connsiteY7" fmla="*/ 685800 h 685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029398" h="685800">
                <a:moveTo>
                  <a:pt x="0" y="0"/>
                </a:moveTo>
                <a:lnTo>
                  <a:pt x="1097156" y="0"/>
                </a:lnTo>
                <a:lnTo>
                  <a:pt x="1097280" y="0"/>
                </a:lnTo>
                <a:lnTo>
                  <a:pt x="2029398" y="0"/>
                </a:lnTo>
                <a:lnTo>
                  <a:pt x="2029398" y="685800"/>
                </a:lnTo>
                <a:lnTo>
                  <a:pt x="1097280" y="685800"/>
                </a:lnTo>
                <a:lnTo>
                  <a:pt x="1097156" y="685800"/>
                </a:lnTo>
                <a:lnTo>
                  <a:pt x="0" y="6858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defTabSz="1828434" rtl="0">
              <a:defRPr/>
            </a:pPr>
            <a:endParaRPr lang="pt-BR" sz="3600" kern="1200">
              <a:solidFill>
                <a:srgbClr val="FFFFFF"/>
              </a:solidFill>
              <a:latin typeface="Lato Light" panose="020F0502020204030203" pitchFamily="34" charset="0"/>
            </a:endParaRPr>
          </a:p>
        </p:txBody>
      </p:sp>
      <p:sp>
        <p:nvSpPr>
          <p:cNvPr id="49" name="Rectangle 80">
            <a:extLst>
              <a:ext uri="{FF2B5EF4-FFF2-40B4-BE49-F238E27FC236}">
                <a16:creationId xmlns:a16="http://schemas.microsoft.com/office/drawing/2014/main" id="{9752D305-2E77-A208-E3C9-770564148560}"/>
              </a:ext>
            </a:extLst>
          </p:cNvPr>
          <p:cNvSpPr/>
          <p:nvPr/>
        </p:nvSpPr>
        <p:spPr>
          <a:xfrm>
            <a:off x="4417073" y="11033947"/>
            <a:ext cx="1362487" cy="685800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defTabSz="1828434" rtl="0">
              <a:defRPr/>
            </a:pPr>
            <a:endParaRPr lang="pt-BR" sz="3600" kern="1200">
              <a:solidFill>
                <a:srgbClr val="FFFFFF"/>
              </a:solidFill>
              <a:latin typeface="Lato Light" panose="020F0502020204030203" pitchFamily="34" charset="0"/>
            </a:endParaRPr>
          </a:p>
        </p:txBody>
      </p:sp>
      <p:sp>
        <p:nvSpPr>
          <p:cNvPr id="66" name="Freeform 108">
            <a:extLst>
              <a:ext uri="{FF2B5EF4-FFF2-40B4-BE49-F238E27FC236}">
                <a16:creationId xmlns:a16="http://schemas.microsoft.com/office/drawing/2014/main" id="{E308BB0F-B3CB-9ADD-FE12-D86F0EBBDF77}"/>
              </a:ext>
            </a:extLst>
          </p:cNvPr>
          <p:cNvSpPr/>
          <p:nvPr/>
        </p:nvSpPr>
        <p:spPr>
          <a:xfrm>
            <a:off x="4417073" y="7605136"/>
            <a:ext cx="2681847" cy="685800"/>
          </a:xfrm>
          <a:custGeom>
            <a:avLst/>
            <a:gdLst>
              <a:gd name="connsiteX0" fmla="*/ 0 w 2194436"/>
              <a:gd name="connsiteY0" fmla="*/ 0 h 685800"/>
              <a:gd name="connsiteX1" fmla="*/ 1097156 w 2194436"/>
              <a:gd name="connsiteY1" fmla="*/ 0 h 685800"/>
              <a:gd name="connsiteX2" fmla="*/ 1097280 w 2194436"/>
              <a:gd name="connsiteY2" fmla="*/ 0 h 685800"/>
              <a:gd name="connsiteX3" fmla="*/ 2194436 w 2194436"/>
              <a:gd name="connsiteY3" fmla="*/ 0 h 685800"/>
              <a:gd name="connsiteX4" fmla="*/ 2194436 w 2194436"/>
              <a:gd name="connsiteY4" fmla="*/ 685800 h 685800"/>
              <a:gd name="connsiteX5" fmla="*/ 1097280 w 2194436"/>
              <a:gd name="connsiteY5" fmla="*/ 685800 h 685800"/>
              <a:gd name="connsiteX6" fmla="*/ 1097156 w 2194436"/>
              <a:gd name="connsiteY6" fmla="*/ 685800 h 685800"/>
              <a:gd name="connsiteX7" fmla="*/ 0 w 2194436"/>
              <a:gd name="connsiteY7" fmla="*/ 685800 h 685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194436" h="685800">
                <a:moveTo>
                  <a:pt x="0" y="0"/>
                </a:moveTo>
                <a:lnTo>
                  <a:pt x="1097156" y="0"/>
                </a:lnTo>
                <a:lnTo>
                  <a:pt x="1097280" y="0"/>
                </a:lnTo>
                <a:lnTo>
                  <a:pt x="2194436" y="0"/>
                </a:lnTo>
                <a:lnTo>
                  <a:pt x="2194436" y="685800"/>
                </a:lnTo>
                <a:lnTo>
                  <a:pt x="1097280" y="685800"/>
                </a:lnTo>
                <a:lnTo>
                  <a:pt x="1097156" y="685800"/>
                </a:lnTo>
                <a:lnTo>
                  <a:pt x="0" y="6858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defTabSz="1828434" rtl="0">
              <a:defRPr/>
            </a:pPr>
            <a:endParaRPr lang="pt-BR" sz="3600" kern="1200">
              <a:solidFill>
                <a:srgbClr val="FFFFFF"/>
              </a:solidFill>
              <a:latin typeface="Lato Light" panose="020F0502020204030203" pitchFamily="34" charset="0"/>
            </a:endParaRPr>
          </a:p>
        </p:txBody>
      </p:sp>
      <p:sp>
        <p:nvSpPr>
          <p:cNvPr id="68" name="Freeform 110">
            <a:extLst>
              <a:ext uri="{FF2B5EF4-FFF2-40B4-BE49-F238E27FC236}">
                <a16:creationId xmlns:a16="http://schemas.microsoft.com/office/drawing/2014/main" id="{A65096EC-9481-3562-FDB2-641EF12E5DCA}"/>
              </a:ext>
            </a:extLst>
          </p:cNvPr>
          <p:cNvSpPr/>
          <p:nvPr/>
        </p:nvSpPr>
        <p:spPr>
          <a:xfrm>
            <a:off x="7195132" y="7605136"/>
            <a:ext cx="4835300" cy="685800"/>
          </a:xfrm>
          <a:custGeom>
            <a:avLst/>
            <a:gdLst>
              <a:gd name="connsiteX0" fmla="*/ 0 w 2194436"/>
              <a:gd name="connsiteY0" fmla="*/ 0 h 685800"/>
              <a:gd name="connsiteX1" fmla="*/ 1097156 w 2194436"/>
              <a:gd name="connsiteY1" fmla="*/ 0 h 685800"/>
              <a:gd name="connsiteX2" fmla="*/ 1097280 w 2194436"/>
              <a:gd name="connsiteY2" fmla="*/ 0 h 685800"/>
              <a:gd name="connsiteX3" fmla="*/ 2194436 w 2194436"/>
              <a:gd name="connsiteY3" fmla="*/ 0 h 685800"/>
              <a:gd name="connsiteX4" fmla="*/ 2194436 w 2194436"/>
              <a:gd name="connsiteY4" fmla="*/ 685800 h 685800"/>
              <a:gd name="connsiteX5" fmla="*/ 1097280 w 2194436"/>
              <a:gd name="connsiteY5" fmla="*/ 685800 h 685800"/>
              <a:gd name="connsiteX6" fmla="*/ 1097156 w 2194436"/>
              <a:gd name="connsiteY6" fmla="*/ 685800 h 685800"/>
              <a:gd name="connsiteX7" fmla="*/ 0 w 2194436"/>
              <a:gd name="connsiteY7" fmla="*/ 685800 h 685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194436" h="685800">
                <a:moveTo>
                  <a:pt x="0" y="0"/>
                </a:moveTo>
                <a:lnTo>
                  <a:pt x="1097156" y="0"/>
                </a:lnTo>
                <a:lnTo>
                  <a:pt x="1097280" y="0"/>
                </a:lnTo>
                <a:lnTo>
                  <a:pt x="2194436" y="0"/>
                </a:lnTo>
                <a:lnTo>
                  <a:pt x="2194436" y="685800"/>
                </a:lnTo>
                <a:lnTo>
                  <a:pt x="1097280" y="685800"/>
                </a:lnTo>
                <a:lnTo>
                  <a:pt x="1097156" y="685800"/>
                </a:lnTo>
                <a:lnTo>
                  <a:pt x="0" y="68580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defTabSz="1828434" rtl="0">
              <a:defRPr/>
            </a:pPr>
            <a:endParaRPr lang="pt-BR" sz="3600" kern="1200">
              <a:solidFill>
                <a:srgbClr val="FFFFFF"/>
              </a:solidFill>
              <a:latin typeface="Lato Light" panose="020F0502020204030203" pitchFamily="34" charset="0"/>
            </a:endParaRPr>
          </a:p>
        </p:txBody>
      </p:sp>
      <p:sp>
        <p:nvSpPr>
          <p:cNvPr id="70" name="Freeform 112">
            <a:extLst>
              <a:ext uri="{FF2B5EF4-FFF2-40B4-BE49-F238E27FC236}">
                <a16:creationId xmlns:a16="http://schemas.microsoft.com/office/drawing/2014/main" id="{59E102DF-E7AA-83B5-2E51-E2BD590C0DC6}"/>
              </a:ext>
            </a:extLst>
          </p:cNvPr>
          <p:cNvSpPr/>
          <p:nvPr/>
        </p:nvSpPr>
        <p:spPr>
          <a:xfrm>
            <a:off x="12083673" y="7605136"/>
            <a:ext cx="7672180" cy="685800"/>
          </a:xfrm>
          <a:custGeom>
            <a:avLst/>
            <a:gdLst>
              <a:gd name="connsiteX0" fmla="*/ 0 w 2194436"/>
              <a:gd name="connsiteY0" fmla="*/ 0 h 685800"/>
              <a:gd name="connsiteX1" fmla="*/ 1097156 w 2194436"/>
              <a:gd name="connsiteY1" fmla="*/ 0 h 685800"/>
              <a:gd name="connsiteX2" fmla="*/ 1097280 w 2194436"/>
              <a:gd name="connsiteY2" fmla="*/ 0 h 685800"/>
              <a:gd name="connsiteX3" fmla="*/ 2194436 w 2194436"/>
              <a:gd name="connsiteY3" fmla="*/ 0 h 685800"/>
              <a:gd name="connsiteX4" fmla="*/ 2194436 w 2194436"/>
              <a:gd name="connsiteY4" fmla="*/ 685800 h 685800"/>
              <a:gd name="connsiteX5" fmla="*/ 1097280 w 2194436"/>
              <a:gd name="connsiteY5" fmla="*/ 685800 h 685800"/>
              <a:gd name="connsiteX6" fmla="*/ 1097156 w 2194436"/>
              <a:gd name="connsiteY6" fmla="*/ 685800 h 685800"/>
              <a:gd name="connsiteX7" fmla="*/ 0 w 2194436"/>
              <a:gd name="connsiteY7" fmla="*/ 685800 h 685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194436" h="685800">
                <a:moveTo>
                  <a:pt x="0" y="0"/>
                </a:moveTo>
                <a:lnTo>
                  <a:pt x="1097156" y="0"/>
                </a:lnTo>
                <a:lnTo>
                  <a:pt x="1097280" y="0"/>
                </a:lnTo>
                <a:lnTo>
                  <a:pt x="2194436" y="0"/>
                </a:lnTo>
                <a:lnTo>
                  <a:pt x="2194436" y="685800"/>
                </a:lnTo>
                <a:lnTo>
                  <a:pt x="1097280" y="685800"/>
                </a:lnTo>
                <a:lnTo>
                  <a:pt x="1097156" y="685800"/>
                </a:lnTo>
                <a:lnTo>
                  <a:pt x="0" y="68580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defTabSz="1828434" rtl="0">
              <a:defRPr/>
            </a:pPr>
            <a:endParaRPr lang="pt-BR" sz="3600" kern="1200">
              <a:solidFill>
                <a:srgbClr val="FFFFFF"/>
              </a:solidFill>
              <a:latin typeface="Lato Light" panose="020F0502020204030203" pitchFamily="34" charset="0"/>
            </a:endParaRPr>
          </a:p>
        </p:txBody>
      </p:sp>
      <p:sp>
        <p:nvSpPr>
          <p:cNvPr id="73" name="Freeform 115">
            <a:extLst>
              <a:ext uri="{FF2B5EF4-FFF2-40B4-BE49-F238E27FC236}">
                <a16:creationId xmlns:a16="http://schemas.microsoft.com/office/drawing/2014/main" id="{5811F774-7A86-93B4-3EBE-125842556ECF}"/>
              </a:ext>
            </a:extLst>
          </p:cNvPr>
          <p:cNvSpPr/>
          <p:nvPr/>
        </p:nvSpPr>
        <p:spPr>
          <a:xfrm>
            <a:off x="6653201" y="8460743"/>
            <a:ext cx="6094542" cy="685800"/>
          </a:xfrm>
          <a:custGeom>
            <a:avLst/>
            <a:gdLst>
              <a:gd name="connsiteX0" fmla="*/ 0 w 2194436"/>
              <a:gd name="connsiteY0" fmla="*/ 0 h 685800"/>
              <a:gd name="connsiteX1" fmla="*/ 1097156 w 2194436"/>
              <a:gd name="connsiteY1" fmla="*/ 0 h 685800"/>
              <a:gd name="connsiteX2" fmla="*/ 1097280 w 2194436"/>
              <a:gd name="connsiteY2" fmla="*/ 0 h 685800"/>
              <a:gd name="connsiteX3" fmla="*/ 2194436 w 2194436"/>
              <a:gd name="connsiteY3" fmla="*/ 0 h 685800"/>
              <a:gd name="connsiteX4" fmla="*/ 2194436 w 2194436"/>
              <a:gd name="connsiteY4" fmla="*/ 685800 h 685800"/>
              <a:gd name="connsiteX5" fmla="*/ 1097280 w 2194436"/>
              <a:gd name="connsiteY5" fmla="*/ 685800 h 685800"/>
              <a:gd name="connsiteX6" fmla="*/ 1097156 w 2194436"/>
              <a:gd name="connsiteY6" fmla="*/ 685800 h 685800"/>
              <a:gd name="connsiteX7" fmla="*/ 0 w 2194436"/>
              <a:gd name="connsiteY7" fmla="*/ 685800 h 685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194436" h="685800">
                <a:moveTo>
                  <a:pt x="0" y="0"/>
                </a:moveTo>
                <a:lnTo>
                  <a:pt x="1097156" y="0"/>
                </a:lnTo>
                <a:lnTo>
                  <a:pt x="1097280" y="0"/>
                </a:lnTo>
                <a:lnTo>
                  <a:pt x="2194436" y="0"/>
                </a:lnTo>
                <a:lnTo>
                  <a:pt x="2194436" y="685800"/>
                </a:lnTo>
                <a:lnTo>
                  <a:pt x="1097280" y="685800"/>
                </a:lnTo>
                <a:lnTo>
                  <a:pt x="1097156" y="685800"/>
                </a:lnTo>
                <a:lnTo>
                  <a:pt x="0" y="68580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defTabSz="1828434" rtl="0">
              <a:defRPr/>
            </a:pPr>
            <a:endParaRPr lang="pt-BR" sz="3600" kern="1200">
              <a:solidFill>
                <a:srgbClr val="FFFFFF"/>
              </a:solidFill>
              <a:latin typeface="Lato Light" panose="020F0502020204030203" pitchFamily="34" charset="0"/>
            </a:endParaRPr>
          </a:p>
        </p:txBody>
      </p:sp>
      <p:sp>
        <p:nvSpPr>
          <p:cNvPr id="75" name="Freeform 117">
            <a:extLst>
              <a:ext uri="{FF2B5EF4-FFF2-40B4-BE49-F238E27FC236}">
                <a16:creationId xmlns:a16="http://schemas.microsoft.com/office/drawing/2014/main" id="{6D638F36-9D93-AB5C-BCC9-F64219E99391}"/>
              </a:ext>
            </a:extLst>
          </p:cNvPr>
          <p:cNvSpPr/>
          <p:nvPr/>
        </p:nvSpPr>
        <p:spPr>
          <a:xfrm>
            <a:off x="12800984" y="8460743"/>
            <a:ext cx="4141451" cy="685800"/>
          </a:xfrm>
          <a:custGeom>
            <a:avLst/>
            <a:gdLst>
              <a:gd name="connsiteX0" fmla="*/ 0 w 2194436"/>
              <a:gd name="connsiteY0" fmla="*/ 0 h 685800"/>
              <a:gd name="connsiteX1" fmla="*/ 1097156 w 2194436"/>
              <a:gd name="connsiteY1" fmla="*/ 0 h 685800"/>
              <a:gd name="connsiteX2" fmla="*/ 1097280 w 2194436"/>
              <a:gd name="connsiteY2" fmla="*/ 0 h 685800"/>
              <a:gd name="connsiteX3" fmla="*/ 2194436 w 2194436"/>
              <a:gd name="connsiteY3" fmla="*/ 0 h 685800"/>
              <a:gd name="connsiteX4" fmla="*/ 2194436 w 2194436"/>
              <a:gd name="connsiteY4" fmla="*/ 685800 h 685800"/>
              <a:gd name="connsiteX5" fmla="*/ 1097280 w 2194436"/>
              <a:gd name="connsiteY5" fmla="*/ 685800 h 685800"/>
              <a:gd name="connsiteX6" fmla="*/ 1097156 w 2194436"/>
              <a:gd name="connsiteY6" fmla="*/ 685800 h 685800"/>
              <a:gd name="connsiteX7" fmla="*/ 0 w 2194436"/>
              <a:gd name="connsiteY7" fmla="*/ 685800 h 685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194436" h="685800">
                <a:moveTo>
                  <a:pt x="0" y="0"/>
                </a:moveTo>
                <a:lnTo>
                  <a:pt x="1097156" y="0"/>
                </a:lnTo>
                <a:lnTo>
                  <a:pt x="1097280" y="0"/>
                </a:lnTo>
                <a:lnTo>
                  <a:pt x="2194436" y="0"/>
                </a:lnTo>
                <a:lnTo>
                  <a:pt x="2194436" y="685800"/>
                </a:lnTo>
                <a:lnTo>
                  <a:pt x="1097280" y="685800"/>
                </a:lnTo>
                <a:lnTo>
                  <a:pt x="1097156" y="685800"/>
                </a:lnTo>
                <a:lnTo>
                  <a:pt x="0" y="68580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defTabSz="1828434" rtl="0">
              <a:defRPr/>
            </a:pPr>
            <a:endParaRPr lang="pt-BR" sz="3600" kern="1200">
              <a:solidFill>
                <a:srgbClr val="FFFFFF"/>
              </a:solidFill>
              <a:latin typeface="Lato Light" panose="020F0502020204030203" pitchFamily="34" charset="0"/>
            </a:endParaRPr>
          </a:p>
        </p:txBody>
      </p:sp>
      <p:sp>
        <p:nvSpPr>
          <p:cNvPr id="81" name="Freeform 123">
            <a:extLst>
              <a:ext uri="{FF2B5EF4-FFF2-40B4-BE49-F238E27FC236}">
                <a16:creationId xmlns:a16="http://schemas.microsoft.com/office/drawing/2014/main" id="{260988EB-5FF6-1F2E-125A-C16A7327D299}"/>
              </a:ext>
            </a:extLst>
          </p:cNvPr>
          <p:cNvSpPr/>
          <p:nvPr/>
        </p:nvSpPr>
        <p:spPr>
          <a:xfrm>
            <a:off x="20113710" y="3850640"/>
            <a:ext cx="3772418" cy="685800"/>
          </a:xfrm>
          <a:custGeom>
            <a:avLst/>
            <a:gdLst>
              <a:gd name="connsiteX0" fmla="*/ 0 w 2194436"/>
              <a:gd name="connsiteY0" fmla="*/ 0 h 685800"/>
              <a:gd name="connsiteX1" fmla="*/ 1097156 w 2194436"/>
              <a:gd name="connsiteY1" fmla="*/ 0 h 685800"/>
              <a:gd name="connsiteX2" fmla="*/ 1097280 w 2194436"/>
              <a:gd name="connsiteY2" fmla="*/ 0 h 685800"/>
              <a:gd name="connsiteX3" fmla="*/ 2194436 w 2194436"/>
              <a:gd name="connsiteY3" fmla="*/ 0 h 685800"/>
              <a:gd name="connsiteX4" fmla="*/ 2194436 w 2194436"/>
              <a:gd name="connsiteY4" fmla="*/ 685800 h 685800"/>
              <a:gd name="connsiteX5" fmla="*/ 1097280 w 2194436"/>
              <a:gd name="connsiteY5" fmla="*/ 685800 h 685800"/>
              <a:gd name="connsiteX6" fmla="*/ 1097156 w 2194436"/>
              <a:gd name="connsiteY6" fmla="*/ 685800 h 685800"/>
              <a:gd name="connsiteX7" fmla="*/ 0 w 2194436"/>
              <a:gd name="connsiteY7" fmla="*/ 685800 h 685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194436" h="685800">
                <a:moveTo>
                  <a:pt x="0" y="0"/>
                </a:moveTo>
                <a:lnTo>
                  <a:pt x="1097156" y="0"/>
                </a:lnTo>
                <a:lnTo>
                  <a:pt x="1097280" y="0"/>
                </a:lnTo>
                <a:lnTo>
                  <a:pt x="2194436" y="0"/>
                </a:lnTo>
                <a:lnTo>
                  <a:pt x="2194436" y="685800"/>
                </a:lnTo>
                <a:lnTo>
                  <a:pt x="1097280" y="685800"/>
                </a:lnTo>
                <a:lnTo>
                  <a:pt x="1097156" y="685800"/>
                </a:lnTo>
                <a:lnTo>
                  <a:pt x="0" y="6858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defTabSz="1828434" rtl="0">
              <a:defRPr/>
            </a:pPr>
            <a:endParaRPr lang="pt-BR" sz="3600" kern="1200">
              <a:solidFill>
                <a:srgbClr val="FFFFFF"/>
              </a:solidFill>
              <a:latin typeface="Lato Light" panose="020F0502020204030203" pitchFamily="34" charset="0"/>
            </a:endParaRPr>
          </a:p>
        </p:txBody>
      </p:sp>
      <p:sp>
        <p:nvSpPr>
          <p:cNvPr id="82" name="TextBox 124">
            <a:extLst>
              <a:ext uri="{FF2B5EF4-FFF2-40B4-BE49-F238E27FC236}">
                <a16:creationId xmlns:a16="http://schemas.microsoft.com/office/drawing/2014/main" id="{594385C6-2523-2259-327D-E8CD4D3492F9}"/>
              </a:ext>
            </a:extLst>
          </p:cNvPr>
          <p:cNvSpPr txBox="1"/>
          <p:nvPr/>
        </p:nvSpPr>
        <p:spPr>
          <a:xfrm>
            <a:off x="20106336" y="3993485"/>
            <a:ext cx="3779792" cy="400110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/>
          <a:p>
            <a:pPr algn="l" defTabSz="1828434" rtl="0">
              <a:defRPr/>
            </a:pPr>
            <a:r>
              <a:rPr lang="pt-BR" sz="2000" b="1" kern="1200" dirty="0">
                <a:solidFill>
                  <a:srgbClr val="FFFFFF"/>
                </a:solidFill>
                <a:latin typeface="Poppins" pitchFamily="2" charset="77"/>
                <a:ea typeface="Lato" panose="020F0502020204030203" pitchFamily="34" charset="0"/>
                <a:cs typeface="Poppins" pitchFamily="2" charset="77"/>
              </a:rPr>
              <a:t>Contextualização</a:t>
            </a:r>
          </a:p>
        </p:txBody>
      </p:sp>
      <p:sp>
        <p:nvSpPr>
          <p:cNvPr id="83" name="Subtitle 2">
            <a:extLst>
              <a:ext uri="{FF2B5EF4-FFF2-40B4-BE49-F238E27FC236}">
                <a16:creationId xmlns:a16="http://schemas.microsoft.com/office/drawing/2014/main" id="{2F39A180-39A2-9CE1-6A81-EFCA0509A1F6}"/>
              </a:ext>
            </a:extLst>
          </p:cNvPr>
          <p:cNvSpPr txBox="1">
            <a:spLocks/>
          </p:cNvSpPr>
          <p:nvPr/>
        </p:nvSpPr>
        <p:spPr>
          <a:xfrm>
            <a:off x="20119133" y="4614749"/>
            <a:ext cx="4079216" cy="707886"/>
          </a:xfrm>
          <a:prstGeom prst="rect">
            <a:avLst/>
          </a:prstGeom>
        </p:spPr>
        <p:txBody>
          <a:bodyPr vert="horz" wrap="square" lIns="91440" tIns="45720" rIns="91440" bIns="45720" rtlCol="0" anchor="t">
            <a:spAutoFit/>
          </a:bodyPr>
          <a:lstStyle>
            <a:lvl1pPr marL="0" indent="0" algn="ctr" defTabSz="1087636" rtl="0" eaLnBrk="1" latinLnBrk="0" hangingPunct="1">
              <a:lnSpc>
                <a:spcPct val="120000"/>
              </a:lnSpc>
              <a:spcBef>
                <a:spcPct val="20000"/>
              </a:spcBef>
              <a:buFont typeface="Arial"/>
              <a:buNone/>
              <a:defRPr sz="2400" kern="1200">
                <a:solidFill>
                  <a:schemeClr val="tx2"/>
                </a:solidFill>
                <a:latin typeface="Open Sans Light"/>
                <a:ea typeface="+mn-ea"/>
                <a:cs typeface="Open Sans Light"/>
              </a:defRPr>
            </a:lvl1pPr>
            <a:lvl2pPr marL="108763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2pPr>
            <a:lvl3pPr marL="2175271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3pPr>
            <a:lvl4pPr marL="3262912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4pPr>
            <a:lvl5pPr marL="435054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5pPr>
            <a:lvl6pPr marL="5438184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6525820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7613455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8701091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00000"/>
              </a:lnSpc>
              <a:spcBef>
                <a:spcPts val="0"/>
              </a:spcBef>
              <a:defRPr/>
            </a:pPr>
            <a:r>
              <a:rPr lang="pt-BR" sz="2000" dirty="0">
                <a:solidFill>
                  <a:srgbClr val="AAAAAA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Mukta ExtraLight" panose="020B0000000000000000" pitchFamily="34" charset="77"/>
              </a:rPr>
              <a:t>Visão geral para todas as pessoas através de exemplos práticos</a:t>
            </a:r>
          </a:p>
        </p:txBody>
      </p:sp>
      <p:sp>
        <p:nvSpPr>
          <p:cNvPr id="84" name="Freeform 128">
            <a:extLst>
              <a:ext uri="{FF2B5EF4-FFF2-40B4-BE49-F238E27FC236}">
                <a16:creationId xmlns:a16="http://schemas.microsoft.com/office/drawing/2014/main" id="{7F2F202A-910C-56E0-8E89-F209AE94EF23}"/>
              </a:ext>
            </a:extLst>
          </p:cNvPr>
          <p:cNvSpPr/>
          <p:nvPr/>
        </p:nvSpPr>
        <p:spPr>
          <a:xfrm>
            <a:off x="20113710" y="6356982"/>
            <a:ext cx="3772416" cy="685800"/>
          </a:xfrm>
          <a:custGeom>
            <a:avLst/>
            <a:gdLst>
              <a:gd name="connsiteX0" fmla="*/ 0 w 2194436"/>
              <a:gd name="connsiteY0" fmla="*/ 0 h 685800"/>
              <a:gd name="connsiteX1" fmla="*/ 1097156 w 2194436"/>
              <a:gd name="connsiteY1" fmla="*/ 0 h 685800"/>
              <a:gd name="connsiteX2" fmla="*/ 1097280 w 2194436"/>
              <a:gd name="connsiteY2" fmla="*/ 0 h 685800"/>
              <a:gd name="connsiteX3" fmla="*/ 2194436 w 2194436"/>
              <a:gd name="connsiteY3" fmla="*/ 0 h 685800"/>
              <a:gd name="connsiteX4" fmla="*/ 2194436 w 2194436"/>
              <a:gd name="connsiteY4" fmla="*/ 685800 h 685800"/>
              <a:gd name="connsiteX5" fmla="*/ 1097280 w 2194436"/>
              <a:gd name="connsiteY5" fmla="*/ 685800 h 685800"/>
              <a:gd name="connsiteX6" fmla="*/ 1097156 w 2194436"/>
              <a:gd name="connsiteY6" fmla="*/ 685800 h 685800"/>
              <a:gd name="connsiteX7" fmla="*/ 0 w 2194436"/>
              <a:gd name="connsiteY7" fmla="*/ 685800 h 685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194436" h="685800">
                <a:moveTo>
                  <a:pt x="0" y="0"/>
                </a:moveTo>
                <a:lnTo>
                  <a:pt x="1097156" y="0"/>
                </a:lnTo>
                <a:lnTo>
                  <a:pt x="1097280" y="0"/>
                </a:lnTo>
                <a:lnTo>
                  <a:pt x="2194436" y="0"/>
                </a:lnTo>
                <a:lnTo>
                  <a:pt x="2194436" y="685800"/>
                </a:lnTo>
                <a:lnTo>
                  <a:pt x="1097280" y="685800"/>
                </a:lnTo>
                <a:lnTo>
                  <a:pt x="1097156" y="685800"/>
                </a:lnTo>
                <a:lnTo>
                  <a:pt x="0" y="6858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defTabSz="1828434" rtl="0">
              <a:defRPr/>
            </a:pPr>
            <a:endParaRPr lang="pt-BR" sz="3600" kern="1200">
              <a:solidFill>
                <a:srgbClr val="FFFFFF"/>
              </a:solidFill>
              <a:latin typeface="Lato Light" panose="020F0502020204030203" pitchFamily="34" charset="0"/>
            </a:endParaRPr>
          </a:p>
        </p:txBody>
      </p:sp>
      <p:sp>
        <p:nvSpPr>
          <p:cNvPr id="85" name="TextBox 129">
            <a:extLst>
              <a:ext uri="{FF2B5EF4-FFF2-40B4-BE49-F238E27FC236}">
                <a16:creationId xmlns:a16="http://schemas.microsoft.com/office/drawing/2014/main" id="{113D9A03-444F-E442-AAC5-F1C8074497F3}"/>
              </a:ext>
            </a:extLst>
          </p:cNvPr>
          <p:cNvSpPr txBox="1"/>
          <p:nvPr/>
        </p:nvSpPr>
        <p:spPr>
          <a:xfrm>
            <a:off x="20113710" y="6499827"/>
            <a:ext cx="906832" cy="400110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/>
          <a:p>
            <a:pPr algn="l" defTabSz="1828434" rtl="0">
              <a:defRPr/>
            </a:pPr>
            <a:r>
              <a:rPr lang="pt-BR" sz="2000" b="1" kern="1200" dirty="0">
                <a:solidFill>
                  <a:srgbClr val="FFFFFF"/>
                </a:solidFill>
                <a:latin typeface="Poppins" pitchFamily="2" charset="77"/>
                <a:ea typeface="Lato" panose="020F0502020204030203" pitchFamily="34" charset="0"/>
                <a:cs typeface="Poppins" pitchFamily="2" charset="77"/>
              </a:rPr>
              <a:t>LGPD</a:t>
            </a:r>
          </a:p>
        </p:txBody>
      </p:sp>
      <p:sp>
        <p:nvSpPr>
          <p:cNvPr id="86" name="Subtitle 2">
            <a:extLst>
              <a:ext uri="{FF2B5EF4-FFF2-40B4-BE49-F238E27FC236}">
                <a16:creationId xmlns:a16="http://schemas.microsoft.com/office/drawing/2014/main" id="{C3C64FAD-640F-ECEA-40F9-4183D4ABC1CD}"/>
              </a:ext>
            </a:extLst>
          </p:cNvPr>
          <p:cNvSpPr txBox="1">
            <a:spLocks/>
          </p:cNvSpPr>
          <p:nvPr/>
        </p:nvSpPr>
        <p:spPr>
          <a:xfrm>
            <a:off x="20119132" y="7121091"/>
            <a:ext cx="3766993" cy="1015663"/>
          </a:xfrm>
          <a:prstGeom prst="rect">
            <a:avLst/>
          </a:prstGeom>
        </p:spPr>
        <p:txBody>
          <a:bodyPr vert="horz" wrap="square" lIns="91440" tIns="45720" rIns="91440" bIns="45720" rtlCol="0" anchor="t">
            <a:spAutoFit/>
          </a:bodyPr>
          <a:lstStyle>
            <a:lvl1pPr marL="0" indent="0" algn="ctr" defTabSz="1087636" rtl="0" eaLnBrk="1" latinLnBrk="0" hangingPunct="1">
              <a:lnSpc>
                <a:spcPct val="120000"/>
              </a:lnSpc>
              <a:spcBef>
                <a:spcPct val="20000"/>
              </a:spcBef>
              <a:buFont typeface="Arial"/>
              <a:buNone/>
              <a:defRPr sz="2400" kern="1200">
                <a:solidFill>
                  <a:schemeClr val="tx2"/>
                </a:solidFill>
                <a:latin typeface="Open Sans Light"/>
                <a:ea typeface="+mn-ea"/>
                <a:cs typeface="Open Sans Light"/>
              </a:defRPr>
            </a:lvl1pPr>
            <a:lvl2pPr marL="108763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2pPr>
            <a:lvl3pPr marL="2175271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3pPr>
            <a:lvl4pPr marL="3262912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4pPr>
            <a:lvl5pPr marL="435054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5pPr>
            <a:lvl6pPr marL="5438184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6525820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7613455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8701091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00000"/>
              </a:lnSpc>
              <a:spcBef>
                <a:spcPts val="0"/>
              </a:spcBef>
              <a:defRPr/>
            </a:pPr>
            <a:r>
              <a:rPr lang="pt-BR" sz="2000" dirty="0">
                <a:solidFill>
                  <a:srgbClr val="AAAAAA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Mukta ExtraLight" panose="020B0000000000000000" pitchFamily="34" charset="77"/>
              </a:rPr>
              <a:t>Trilhas de formação da LGPD 1, 2 e 3 destacando os principais conceitos da lei </a:t>
            </a:r>
          </a:p>
        </p:txBody>
      </p:sp>
      <p:sp>
        <p:nvSpPr>
          <p:cNvPr id="87" name="Freeform 131">
            <a:extLst>
              <a:ext uri="{FF2B5EF4-FFF2-40B4-BE49-F238E27FC236}">
                <a16:creationId xmlns:a16="http://schemas.microsoft.com/office/drawing/2014/main" id="{EF60CF7C-1A32-F1F2-2776-98B0DE193A6D}"/>
              </a:ext>
            </a:extLst>
          </p:cNvPr>
          <p:cNvSpPr/>
          <p:nvPr/>
        </p:nvSpPr>
        <p:spPr>
          <a:xfrm>
            <a:off x="20113710" y="11369667"/>
            <a:ext cx="3772416" cy="685800"/>
          </a:xfrm>
          <a:custGeom>
            <a:avLst/>
            <a:gdLst>
              <a:gd name="connsiteX0" fmla="*/ 0 w 2194436"/>
              <a:gd name="connsiteY0" fmla="*/ 0 h 685800"/>
              <a:gd name="connsiteX1" fmla="*/ 1097156 w 2194436"/>
              <a:gd name="connsiteY1" fmla="*/ 0 h 685800"/>
              <a:gd name="connsiteX2" fmla="*/ 1097280 w 2194436"/>
              <a:gd name="connsiteY2" fmla="*/ 0 h 685800"/>
              <a:gd name="connsiteX3" fmla="*/ 2194436 w 2194436"/>
              <a:gd name="connsiteY3" fmla="*/ 0 h 685800"/>
              <a:gd name="connsiteX4" fmla="*/ 2194436 w 2194436"/>
              <a:gd name="connsiteY4" fmla="*/ 685800 h 685800"/>
              <a:gd name="connsiteX5" fmla="*/ 1097280 w 2194436"/>
              <a:gd name="connsiteY5" fmla="*/ 685800 h 685800"/>
              <a:gd name="connsiteX6" fmla="*/ 1097156 w 2194436"/>
              <a:gd name="connsiteY6" fmla="*/ 685800 h 685800"/>
              <a:gd name="connsiteX7" fmla="*/ 0 w 2194436"/>
              <a:gd name="connsiteY7" fmla="*/ 685800 h 685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194436" h="685800">
                <a:moveTo>
                  <a:pt x="0" y="0"/>
                </a:moveTo>
                <a:lnTo>
                  <a:pt x="1097156" y="0"/>
                </a:lnTo>
                <a:lnTo>
                  <a:pt x="1097280" y="0"/>
                </a:lnTo>
                <a:lnTo>
                  <a:pt x="2194436" y="0"/>
                </a:lnTo>
                <a:lnTo>
                  <a:pt x="2194436" y="685800"/>
                </a:lnTo>
                <a:lnTo>
                  <a:pt x="1097280" y="685800"/>
                </a:lnTo>
                <a:lnTo>
                  <a:pt x="1097156" y="685800"/>
                </a:lnTo>
                <a:lnTo>
                  <a:pt x="0" y="68580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defTabSz="1828434" rtl="0">
              <a:defRPr/>
            </a:pPr>
            <a:endParaRPr lang="pt-BR" sz="3600" kern="1200">
              <a:solidFill>
                <a:srgbClr val="FFFFFF"/>
              </a:solidFill>
              <a:latin typeface="Lato Light" panose="020F0502020204030203" pitchFamily="34" charset="0"/>
            </a:endParaRPr>
          </a:p>
        </p:txBody>
      </p:sp>
      <p:sp>
        <p:nvSpPr>
          <p:cNvPr id="88" name="TextBox 132">
            <a:extLst>
              <a:ext uri="{FF2B5EF4-FFF2-40B4-BE49-F238E27FC236}">
                <a16:creationId xmlns:a16="http://schemas.microsoft.com/office/drawing/2014/main" id="{49CFEA71-EF15-4642-F647-D56DED5DCCD8}"/>
              </a:ext>
            </a:extLst>
          </p:cNvPr>
          <p:cNvSpPr txBox="1"/>
          <p:nvPr/>
        </p:nvSpPr>
        <p:spPr>
          <a:xfrm>
            <a:off x="20113710" y="11512512"/>
            <a:ext cx="3783594" cy="400110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/>
          <a:p>
            <a:pPr algn="l" defTabSz="1828434" rtl="0">
              <a:defRPr/>
            </a:pPr>
            <a:r>
              <a:rPr lang="pt-BR" sz="2000" b="1" kern="1200" dirty="0">
                <a:solidFill>
                  <a:srgbClr val="FFFFFF"/>
                </a:solidFill>
                <a:latin typeface="Poppins" pitchFamily="2" charset="77"/>
                <a:ea typeface="Lato" panose="020F0502020204030203" pitchFamily="34" charset="0"/>
                <a:cs typeface="Poppins" pitchFamily="2" charset="77"/>
              </a:rPr>
              <a:t>Engenharia Social</a:t>
            </a:r>
          </a:p>
        </p:txBody>
      </p:sp>
      <p:sp>
        <p:nvSpPr>
          <p:cNvPr id="89" name="Subtitle 2">
            <a:extLst>
              <a:ext uri="{FF2B5EF4-FFF2-40B4-BE49-F238E27FC236}">
                <a16:creationId xmlns:a16="http://schemas.microsoft.com/office/drawing/2014/main" id="{72C3332D-9B69-CB2E-CD23-F5FEA57D8A62}"/>
              </a:ext>
            </a:extLst>
          </p:cNvPr>
          <p:cNvSpPr txBox="1">
            <a:spLocks/>
          </p:cNvSpPr>
          <p:nvPr/>
        </p:nvSpPr>
        <p:spPr>
          <a:xfrm>
            <a:off x="20119132" y="12133776"/>
            <a:ext cx="3754185" cy="1323439"/>
          </a:xfrm>
          <a:prstGeom prst="rect">
            <a:avLst/>
          </a:prstGeom>
        </p:spPr>
        <p:txBody>
          <a:bodyPr vert="horz" wrap="square" lIns="91440" tIns="45720" rIns="91440" bIns="45720" rtlCol="0" anchor="t">
            <a:spAutoFit/>
          </a:bodyPr>
          <a:lstStyle>
            <a:lvl1pPr marL="0" indent="0" algn="ctr" defTabSz="1087636" rtl="0" eaLnBrk="1" latinLnBrk="0" hangingPunct="1">
              <a:lnSpc>
                <a:spcPct val="120000"/>
              </a:lnSpc>
              <a:spcBef>
                <a:spcPct val="20000"/>
              </a:spcBef>
              <a:buFont typeface="Arial"/>
              <a:buNone/>
              <a:defRPr sz="2400" kern="1200">
                <a:solidFill>
                  <a:schemeClr val="tx2"/>
                </a:solidFill>
                <a:latin typeface="Open Sans Light"/>
                <a:ea typeface="+mn-ea"/>
                <a:cs typeface="Open Sans Light"/>
              </a:defRPr>
            </a:lvl1pPr>
            <a:lvl2pPr marL="108763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2pPr>
            <a:lvl3pPr marL="2175271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3pPr>
            <a:lvl4pPr marL="3262912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4pPr>
            <a:lvl5pPr marL="435054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5pPr>
            <a:lvl6pPr marL="5438184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6525820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7613455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8701091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00000"/>
              </a:lnSpc>
              <a:spcBef>
                <a:spcPts val="0"/>
              </a:spcBef>
              <a:defRPr/>
            </a:pPr>
            <a:r>
              <a:rPr lang="pt-BR" sz="2000" dirty="0">
                <a:solidFill>
                  <a:srgbClr val="AAAAAA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Mukta ExtraLight" panose="020B0000000000000000" pitchFamily="34" charset="77"/>
              </a:rPr>
              <a:t>Mais de 40 conteúdos disponíveis na plataforma através de pílulas de conhecimento</a:t>
            </a:r>
          </a:p>
        </p:txBody>
      </p:sp>
      <p:sp>
        <p:nvSpPr>
          <p:cNvPr id="90" name="Freeform 138">
            <a:extLst>
              <a:ext uri="{FF2B5EF4-FFF2-40B4-BE49-F238E27FC236}">
                <a16:creationId xmlns:a16="http://schemas.microsoft.com/office/drawing/2014/main" id="{7D863D30-8EC7-A117-8BBE-13F6511CE640}"/>
              </a:ext>
            </a:extLst>
          </p:cNvPr>
          <p:cNvSpPr/>
          <p:nvPr/>
        </p:nvSpPr>
        <p:spPr>
          <a:xfrm>
            <a:off x="20113710" y="8863324"/>
            <a:ext cx="3772416" cy="685800"/>
          </a:xfrm>
          <a:custGeom>
            <a:avLst/>
            <a:gdLst>
              <a:gd name="connsiteX0" fmla="*/ 0 w 2194436"/>
              <a:gd name="connsiteY0" fmla="*/ 0 h 685800"/>
              <a:gd name="connsiteX1" fmla="*/ 1097156 w 2194436"/>
              <a:gd name="connsiteY1" fmla="*/ 0 h 685800"/>
              <a:gd name="connsiteX2" fmla="*/ 1097280 w 2194436"/>
              <a:gd name="connsiteY2" fmla="*/ 0 h 685800"/>
              <a:gd name="connsiteX3" fmla="*/ 2194436 w 2194436"/>
              <a:gd name="connsiteY3" fmla="*/ 0 h 685800"/>
              <a:gd name="connsiteX4" fmla="*/ 2194436 w 2194436"/>
              <a:gd name="connsiteY4" fmla="*/ 685800 h 685800"/>
              <a:gd name="connsiteX5" fmla="*/ 1097280 w 2194436"/>
              <a:gd name="connsiteY5" fmla="*/ 685800 h 685800"/>
              <a:gd name="connsiteX6" fmla="*/ 1097156 w 2194436"/>
              <a:gd name="connsiteY6" fmla="*/ 685800 h 685800"/>
              <a:gd name="connsiteX7" fmla="*/ 0 w 2194436"/>
              <a:gd name="connsiteY7" fmla="*/ 685800 h 685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194436" h="685800">
                <a:moveTo>
                  <a:pt x="0" y="0"/>
                </a:moveTo>
                <a:lnTo>
                  <a:pt x="1097156" y="0"/>
                </a:lnTo>
                <a:lnTo>
                  <a:pt x="1097280" y="0"/>
                </a:lnTo>
                <a:lnTo>
                  <a:pt x="2194436" y="0"/>
                </a:lnTo>
                <a:lnTo>
                  <a:pt x="2194436" y="685800"/>
                </a:lnTo>
                <a:lnTo>
                  <a:pt x="1097280" y="685800"/>
                </a:lnTo>
                <a:lnTo>
                  <a:pt x="1097156" y="685800"/>
                </a:lnTo>
                <a:lnTo>
                  <a:pt x="0" y="68580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defTabSz="1828434" rtl="0">
              <a:defRPr/>
            </a:pPr>
            <a:endParaRPr lang="pt-BR" sz="3600" kern="1200">
              <a:solidFill>
                <a:srgbClr val="FFFFFF"/>
              </a:solidFill>
              <a:latin typeface="Lato Light" panose="020F0502020204030203" pitchFamily="34" charset="0"/>
            </a:endParaRPr>
          </a:p>
        </p:txBody>
      </p:sp>
      <p:sp>
        <p:nvSpPr>
          <p:cNvPr id="91" name="TextBox 139">
            <a:extLst>
              <a:ext uri="{FF2B5EF4-FFF2-40B4-BE49-F238E27FC236}">
                <a16:creationId xmlns:a16="http://schemas.microsoft.com/office/drawing/2014/main" id="{F3B0EDAD-CA7E-E636-13B1-8D7D718875F1}"/>
              </a:ext>
            </a:extLst>
          </p:cNvPr>
          <p:cNvSpPr txBox="1"/>
          <p:nvPr/>
        </p:nvSpPr>
        <p:spPr>
          <a:xfrm>
            <a:off x="20106336" y="9006168"/>
            <a:ext cx="3766993" cy="400110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/>
          <a:p>
            <a:pPr algn="l" defTabSz="1828434" rtl="0">
              <a:defRPr/>
            </a:pPr>
            <a:r>
              <a:rPr lang="pt-BR" sz="2000" b="1" kern="1200" dirty="0">
                <a:solidFill>
                  <a:srgbClr val="FFFFFF"/>
                </a:solidFill>
                <a:latin typeface="Poppins" pitchFamily="2" charset="77"/>
                <a:ea typeface="Lato" panose="020F0502020204030203" pitchFamily="34" charset="0"/>
                <a:cs typeface="Poppins" pitchFamily="2" charset="77"/>
              </a:rPr>
              <a:t>Segurança de Informação</a:t>
            </a:r>
          </a:p>
        </p:txBody>
      </p:sp>
      <p:sp>
        <p:nvSpPr>
          <p:cNvPr id="92" name="Subtitle 2">
            <a:extLst>
              <a:ext uri="{FF2B5EF4-FFF2-40B4-BE49-F238E27FC236}">
                <a16:creationId xmlns:a16="http://schemas.microsoft.com/office/drawing/2014/main" id="{4152CD25-2300-0E1E-2DF7-0B38ACA7EC9D}"/>
              </a:ext>
            </a:extLst>
          </p:cNvPr>
          <p:cNvSpPr txBox="1">
            <a:spLocks/>
          </p:cNvSpPr>
          <p:nvPr/>
        </p:nvSpPr>
        <p:spPr>
          <a:xfrm>
            <a:off x="20119132" y="9627433"/>
            <a:ext cx="3754193" cy="1015663"/>
          </a:xfrm>
          <a:prstGeom prst="rect">
            <a:avLst/>
          </a:prstGeom>
        </p:spPr>
        <p:txBody>
          <a:bodyPr vert="horz" wrap="square" lIns="91440" tIns="45720" rIns="91440" bIns="45720" rtlCol="0" anchor="t">
            <a:spAutoFit/>
          </a:bodyPr>
          <a:lstStyle>
            <a:lvl1pPr marL="0" indent="0" algn="ctr" defTabSz="1087636" rtl="0" eaLnBrk="1" latinLnBrk="0" hangingPunct="1">
              <a:lnSpc>
                <a:spcPct val="120000"/>
              </a:lnSpc>
              <a:spcBef>
                <a:spcPct val="20000"/>
              </a:spcBef>
              <a:buFont typeface="Arial"/>
              <a:buNone/>
              <a:defRPr sz="2400" kern="1200">
                <a:solidFill>
                  <a:schemeClr val="tx2"/>
                </a:solidFill>
                <a:latin typeface="Open Sans Light"/>
                <a:ea typeface="+mn-ea"/>
                <a:cs typeface="Open Sans Light"/>
              </a:defRPr>
            </a:lvl1pPr>
            <a:lvl2pPr marL="108763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2pPr>
            <a:lvl3pPr marL="2175271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3pPr>
            <a:lvl4pPr marL="3262912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4pPr>
            <a:lvl5pPr marL="435054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5pPr>
            <a:lvl6pPr marL="5438184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6525820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7613455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8701091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00000"/>
              </a:lnSpc>
              <a:spcBef>
                <a:spcPts val="0"/>
              </a:spcBef>
              <a:defRPr/>
            </a:pPr>
            <a:r>
              <a:rPr lang="pt-BR" sz="2000" dirty="0">
                <a:solidFill>
                  <a:srgbClr val="AAAAAA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Mukta ExtraLight" panose="020B0000000000000000" pitchFamily="34" charset="77"/>
              </a:rPr>
              <a:t>Políticas e práticas de segurança de informação nas diversas camadas</a:t>
            </a:r>
          </a:p>
        </p:txBody>
      </p:sp>
      <p:sp>
        <p:nvSpPr>
          <p:cNvPr id="94" name="Rectangle 80">
            <a:extLst>
              <a:ext uri="{FF2B5EF4-FFF2-40B4-BE49-F238E27FC236}">
                <a16:creationId xmlns:a16="http://schemas.microsoft.com/office/drawing/2014/main" id="{56120A8B-F0A1-3DC7-69A2-61ABAF2B5761}"/>
              </a:ext>
            </a:extLst>
          </p:cNvPr>
          <p:cNvSpPr/>
          <p:nvPr/>
        </p:nvSpPr>
        <p:spPr>
          <a:xfrm>
            <a:off x="7192849" y="11026767"/>
            <a:ext cx="1362487" cy="685800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defTabSz="1828434" rtl="0">
              <a:defRPr/>
            </a:pPr>
            <a:endParaRPr lang="pt-BR" sz="3600" kern="1200">
              <a:solidFill>
                <a:srgbClr val="FFFFFF"/>
              </a:solidFill>
              <a:latin typeface="Lato Light" panose="020F0502020204030203" pitchFamily="34" charset="0"/>
            </a:endParaRPr>
          </a:p>
        </p:txBody>
      </p:sp>
      <p:sp>
        <p:nvSpPr>
          <p:cNvPr id="95" name="Rectangle 80">
            <a:extLst>
              <a:ext uri="{FF2B5EF4-FFF2-40B4-BE49-F238E27FC236}">
                <a16:creationId xmlns:a16="http://schemas.microsoft.com/office/drawing/2014/main" id="{EA4623D5-EA04-11DB-CC4B-8F757F2C0C85}"/>
              </a:ext>
            </a:extLst>
          </p:cNvPr>
          <p:cNvSpPr/>
          <p:nvPr/>
        </p:nvSpPr>
        <p:spPr>
          <a:xfrm>
            <a:off x="9878638" y="11041127"/>
            <a:ext cx="1362487" cy="685800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defTabSz="1828434" rtl="0">
              <a:defRPr/>
            </a:pPr>
            <a:endParaRPr lang="pt-BR" sz="3600" kern="1200">
              <a:solidFill>
                <a:srgbClr val="FFFFFF"/>
              </a:solidFill>
              <a:latin typeface="Lato Light" panose="020F0502020204030203" pitchFamily="34" charset="0"/>
            </a:endParaRPr>
          </a:p>
        </p:txBody>
      </p:sp>
      <p:sp>
        <p:nvSpPr>
          <p:cNvPr id="96" name="Rectangle 80">
            <a:extLst>
              <a:ext uri="{FF2B5EF4-FFF2-40B4-BE49-F238E27FC236}">
                <a16:creationId xmlns:a16="http://schemas.microsoft.com/office/drawing/2014/main" id="{1A258CD4-89E6-F9C6-9531-F2C5A225CB04}"/>
              </a:ext>
            </a:extLst>
          </p:cNvPr>
          <p:cNvSpPr/>
          <p:nvPr/>
        </p:nvSpPr>
        <p:spPr>
          <a:xfrm>
            <a:off x="12654414" y="11033947"/>
            <a:ext cx="1362487" cy="685800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defTabSz="1828434" rtl="0">
              <a:defRPr/>
            </a:pPr>
            <a:endParaRPr lang="pt-BR" sz="3600" kern="1200">
              <a:solidFill>
                <a:srgbClr val="FFFFFF"/>
              </a:solidFill>
              <a:latin typeface="Lato Light" panose="020F0502020204030203" pitchFamily="34" charset="0"/>
            </a:endParaRPr>
          </a:p>
        </p:txBody>
      </p:sp>
      <p:sp>
        <p:nvSpPr>
          <p:cNvPr id="97" name="Rectangle 80">
            <a:extLst>
              <a:ext uri="{FF2B5EF4-FFF2-40B4-BE49-F238E27FC236}">
                <a16:creationId xmlns:a16="http://schemas.microsoft.com/office/drawing/2014/main" id="{E9322E3F-6848-FAD1-3042-08A33EE09D00}"/>
              </a:ext>
            </a:extLst>
          </p:cNvPr>
          <p:cNvSpPr/>
          <p:nvPr/>
        </p:nvSpPr>
        <p:spPr>
          <a:xfrm>
            <a:off x="15591409" y="11010873"/>
            <a:ext cx="1362487" cy="685800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defTabSz="1828434" rtl="0">
              <a:defRPr/>
            </a:pPr>
            <a:endParaRPr lang="pt-BR" sz="3600" kern="1200">
              <a:solidFill>
                <a:srgbClr val="FFFFFF"/>
              </a:solidFill>
              <a:latin typeface="Lato Light" panose="020F0502020204030203" pitchFamily="34" charset="0"/>
            </a:endParaRPr>
          </a:p>
        </p:txBody>
      </p:sp>
      <p:sp>
        <p:nvSpPr>
          <p:cNvPr id="98" name="Rectangle 80">
            <a:extLst>
              <a:ext uri="{FF2B5EF4-FFF2-40B4-BE49-F238E27FC236}">
                <a16:creationId xmlns:a16="http://schemas.microsoft.com/office/drawing/2014/main" id="{BC4C9CB8-578A-D48D-9E17-76F81F229FC3}"/>
              </a:ext>
            </a:extLst>
          </p:cNvPr>
          <p:cNvSpPr/>
          <p:nvPr/>
        </p:nvSpPr>
        <p:spPr>
          <a:xfrm>
            <a:off x="18367185" y="11003693"/>
            <a:ext cx="1362487" cy="685800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defTabSz="1828434" rtl="0">
              <a:defRPr/>
            </a:pPr>
            <a:endParaRPr lang="pt-BR" sz="3600" kern="1200">
              <a:solidFill>
                <a:srgbClr val="FFFFFF"/>
              </a:solidFill>
              <a:latin typeface="Lato Light" panose="020F0502020204030203" pitchFamily="34" charset="0"/>
            </a:endParaRP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39FA8B5B-F03B-2C6D-8997-3DB040522556}"/>
              </a:ext>
            </a:extLst>
          </p:cNvPr>
          <p:cNvSpPr txBox="1"/>
          <p:nvPr/>
        </p:nvSpPr>
        <p:spPr>
          <a:xfrm>
            <a:off x="21541099" y="12847344"/>
            <a:ext cx="2858945" cy="1159932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71437" tIns="71437" rIns="71437" bIns="71437" numCol="1" spcCol="38100" rtlCol="0" anchor="ctr">
            <a:spAutoFit/>
          </a:bodyPr>
          <a:lstStyle/>
          <a:p>
            <a:pPr marL="0" marR="0" indent="0" algn="ctr" defTabSz="5842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pt-BR" sz="6600" b="1" i="0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Aharoni" panose="02010803020104030203" pitchFamily="2" charset="-79"/>
                <a:cs typeface="Aharoni" panose="02010803020104030203" pitchFamily="2" charset="-79"/>
                <a:sym typeface="Helvetica Light"/>
              </a:rPr>
              <a:t>2/3</a:t>
            </a:r>
            <a:endParaRPr kumimoji="0" lang="pt-BR" sz="5400" b="1" i="0" u="none" strike="noStrike" cap="none" spc="0" normalizeH="0" baseline="0" dirty="0">
              <a:ln>
                <a:noFill/>
              </a:ln>
              <a:solidFill>
                <a:schemeClr val="bg1"/>
              </a:solidFill>
              <a:effectLst/>
              <a:uFillTx/>
              <a:latin typeface="Aharoni" panose="02010803020104030203" pitchFamily="2" charset="-79"/>
              <a:cs typeface="Aharoni" panose="02010803020104030203" pitchFamily="2" charset="-79"/>
              <a:sym typeface="Helvetica Light"/>
            </a:endParaRPr>
          </a:p>
        </p:txBody>
      </p:sp>
    </p:spTree>
    <p:extLst>
      <p:ext uri="{BB962C8B-B14F-4D97-AF65-F5344CB8AC3E}">
        <p14:creationId xmlns:p14="http://schemas.microsoft.com/office/powerpoint/2010/main" val="311057369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59E42BCF-C4F3-431D-B5C6-E14B3F26BBC0}"/>
              </a:ext>
            </a:extLst>
          </p:cNvPr>
          <p:cNvSpPr/>
          <p:nvPr/>
        </p:nvSpPr>
        <p:spPr>
          <a:xfrm>
            <a:off x="-24063" y="-274320"/>
            <a:ext cx="24534857" cy="14264640"/>
          </a:xfrm>
          <a:prstGeom prst="rect">
            <a:avLst/>
          </a:prstGeom>
          <a:solidFill>
            <a:srgbClr val="192D49"/>
          </a:solidFill>
          <a:ln w="12700" cap="flat">
            <a:noFill/>
            <a:miter lim="400000"/>
          </a:ln>
          <a:effectLst>
            <a:outerShdw blurRad="50800" dist="25400" dir="5400000" rotWithShape="0">
              <a:srgbClr val="000000">
                <a:alpha val="5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71437" tIns="71437" rIns="71437" bIns="71437" numCol="1" spcCol="38100" rtlCol="0" anchor="ctr">
            <a:spAutoFit/>
          </a:bodyPr>
          <a:lstStyle/>
          <a:p>
            <a:pPr marL="0" marR="0" indent="0" algn="ctr" defTabSz="5842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pt-BR" sz="3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+mn-ea"/>
              <a:cs typeface="+mn-cs"/>
              <a:sym typeface="Helvetica Light"/>
            </a:endParaRPr>
          </a:p>
        </p:txBody>
      </p:sp>
      <p:sp>
        <p:nvSpPr>
          <p:cNvPr id="7" name="Google Shape;67;p14">
            <a:extLst>
              <a:ext uri="{FF2B5EF4-FFF2-40B4-BE49-F238E27FC236}">
                <a16:creationId xmlns:a16="http://schemas.microsoft.com/office/drawing/2014/main" id="{0F55BA43-0ECF-4708-8967-C676F5713FDA}"/>
              </a:ext>
            </a:extLst>
          </p:cNvPr>
          <p:cNvSpPr txBox="1"/>
          <p:nvPr/>
        </p:nvSpPr>
        <p:spPr>
          <a:xfrm>
            <a:off x="783366" y="2032490"/>
            <a:ext cx="23380054" cy="11278488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182850" tIns="182850" rIns="182850" bIns="182850" anchor="t" anchorCtr="0">
            <a:noAutofit/>
          </a:bodyPr>
          <a:lstStyle/>
          <a:p>
            <a:pPr lvl="0" algn="l">
              <a:spcBef>
                <a:spcPts val="1800"/>
              </a:spcBef>
            </a:pPr>
            <a:r>
              <a:rPr lang="pt-BR" sz="6800" dirty="0">
                <a:solidFill>
                  <a:schemeClr val="bg1"/>
                </a:solidFill>
                <a:latin typeface="Calibri"/>
                <a:ea typeface="Calibri" panose="020F0502020204030204" pitchFamily="34" charset="0"/>
                <a:cs typeface="Times New Roman"/>
              </a:rPr>
              <a:t>Resultados esperados ao final do programa de formação:</a:t>
            </a:r>
          </a:p>
          <a:p>
            <a:pPr marL="742950" lvl="0" indent="-742950" algn="l">
              <a:spcBef>
                <a:spcPts val="1800"/>
              </a:spcBef>
              <a:buFont typeface="+mj-lt"/>
              <a:buAutoNum type="arabicPeriod"/>
            </a:pPr>
            <a:r>
              <a:rPr lang="pt-BR" sz="6800" dirty="0">
                <a:solidFill>
                  <a:schemeClr val="bg1"/>
                </a:solidFill>
                <a:latin typeface="Calibri"/>
                <a:ea typeface="Calibri" panose="020F0502020204030204" pitchFamily="34" charset="0"/>
                <a:cs typeface="Times New Roman"/>
              </a:rPr>
              <a:t>Maior engajamento dos colaboradores</a:t>
            </a:r>
          </a:p>
          <a:p>
            <a:pPr marL="742950" lvl="0" indent="-742950" algn="l">
              <a:spcBef>
                <a:spcPts val="1800"/>
              </a:spcBef>
              <a:buFont typeface="+mj-lt"/>
              <a:buAutoNum type="arabicPeriod"/>
            </a:pPr>
            <a:r>
              <a:rPr lang="pt-BR" sz="6800" dirty="0">
                <a:solidFill>
                  <a:schemeClr val="bg1"/>
                </a:solidFill>
                <a:latin typeface="Calibri"/>
                <a:ea typeface="Calibri" panose="020F0502020204030204" pitchFamily="34" charset="0"/>
                <a:cs typeface="Times New Roman"/>
              </a:rPr>
              <a:t>Redução de resistência às mudanças</a:t>
            </a:r>
          </a:p>
          <a:p>
            <a:pPr marL="742950" lvl="0" indent="-742950" algn="l">
              <a:spcBef>
                <a:spcPts val="1800"/>
              </a:spcBef>
              <a:buFont typeface="+mj-lt"/>
              <a:buAutoNum type="arabicPeriod"/>
            </a:pPr>
            <a:r>
              <a:rPr lang="pt-BR" sz="6800" dirty="0">
                <a:solidFill>
                  <a:schemeClr val="bg1"/>
                </a:solidFill>
                <a:latin typeface="Calibri"/>
                <a:ea typeface="Calibri" panose="020F0502020204030204" pitchFamily="34" charset="0"/>
                <a:cs typeface="Times New Roman"/>
              </a:rPr>
              <a:t>Aumento da produtividade e eficiência</a:t>
            </a:r>
          </a:p>
          <a:p>
            <a:pPr marL="742950" lvl="0" indent="-742950" algn="l">
              <a:spcBef>
                <a:spcPts val="1800"/>
              </a:spcBef>
              <a:buFont typeface="+mj-lt"/>
              <a:buAutoNum type="arabicPeriod"/>
            </a:pPr>
            <a:r>
              <a:rPr lang="pt-BR" sz="6800" dirty="0">
                <a:solidFill>
                  <a:schemeClr val="bg1"/>
                </a:solidFill>
                <a:latin typeface="Calibri"/>
                <a:ea typeface="Calibri" panose="020F0502020204030204" pitchFamily="34" charset="0"/>
                <a:cs typeface="Times New Roman"/>
              </a:rPr>
              <a:t>Adaptação às mudanças de mercado</a:t>
            </a:r>
          </a:p>
          <a:p>
            <a:pPr marL="742950" lvl="0" indent="-742950" algn="l">
              <a:spcBef>
                <a:spcPts val="1800"/>
              </a:spcBef>
              <a:buFont typeface="+mj-lt"/>
              <a:buAutoNum type="arabicPeriod"/>
            </a:pPr>
            <a:r>
              <a:rPr lang="pt-BR" sz="6800" dirty="0">
                <a:solidFill>
                  <a:schemeClr val="bg1"/>
                </a:solidFill>
                <a:latin typeface="Calibri"/>
                <a:ea typeface="Calibri" panose="020F0502020204030204" pitchFamily="34" charset="0"/>
                <a:cs typeface="Times New Roman"/>
              </a:rPr>
              <a:t>Geração das evidências de formação</a:t>
            </a:r>
          </a:p>
          <a:p>
            <a:pPr marL="742950" indent="-742950" algn="l">
              <a:spcBef>
                <a:spcPts val="1800"/>
              </a:spcBef>
              <a:buAutoNum type="arabicPeriod"/>
            </a:pPr>
            <a:r>
              <a:rPr lang="pt-BR" sz="6800" dirty="0">
                <a:solidFill>
                  <a:schemeClr val="bg1"/>
                </a:solidFill>
                <a:latin typeface="Calibri"/>
                <a:ea typeface="Calibri" panose="020F0502020204030204" pitchFamily="34" charset="0"/>
                <a:cs typeface="Times New Roman"/>
              </a:rPr>
              <a:t>Aumento da conscientização sobre privacidade de dados</a:t>
            </a:r>
            <a:r>
              <a:rPr lang="pt-BR" sz="6800" dirty="0">
                <a:solidFill>
                  <a:schemeClr val="bg1"/>
                </a:solidFill>
                <a:latin typeface="Calibri"/>
                <a:ea typeface="+mn-lt"/>
                <a:cs typeface="Times New Roman"/>
              </a:rPr>
              <a:t> </a:t>
            </a:r>
            <a:r>
              <a:rPr lang="pt-BR" sz="6800" dirty="0">
                <a:solidFill>
                  <a:schemeClr val="bg1"/>
                </a:solidFill>
                <a:latin typeface="Calibri"/>
                <a:cs typeface="Times New Roman"/>
              </a:rPr>
              <a:t>e hábitos ciberseguros ao usarem os sistemas e dados da organização</a:t>
            </a:r>
          </a:p>
          <a:p>
            <a:pPr marL="571500" lvl="0" indent="-571500" algn="l">
              <a:spcBef>
                <a:spcPts val="1800"/>
              </a:spcBef>
              <a:buFont typeface="Arial" panose="020B0604020202020204" pitchFamily="34" charset="0"/>
              <a:buChar char="•"/>
            </a:pPr>
            <a:endParaRPr lang="pt-BR" sz="72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Google Shape;67;p14">
            <a:extLst>
              <a:ext uri="{FF2B5EF4-FFF2-40B4-BE49-F238E27FC236}">
                <a16:creationId xmlns:a16="http://schemas.microsoft.com/office/drawing/2014/main" id="{A17C801A-4881-954C-8763-7E58A3A78257}"/>
              </a:ext>
            </a:extLst>
          </p:cNvPr>
          <p:cNvSpPr txBox="1"/>
          <p:nvPr/>
        </p:nvSpPr>
        <p:spPr>
          <a:xfrm>
            <a:off x="897856" y="512780"/>
            <a:ext cx="17955738" cy="1476788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182850" tIns="182850" rIns="182850" bIns="182850" anchor="t" anchorCtr="0">
            <a:noAutofit/>
          </a:bodyPr>
          <a:lstStyle/>
          <a:p>
            <a:pPr lvl="0" algn="l"/>
            <a:r>
              <a:rPr lang="pt-BR" sz="7200" dirty="0">
                <a:solidFill>
                  <a:srgbClr val="F48120"/>
                </a:solidFill>
                <a:latin typeface="Metropolis Black" panose="00000A00000000000000" pitchFamily="50" charset="0"/>
                <a:ea typeface="Exo"/>
                <a:cs typeface="Exo"/>
                <a:sym typeface="Exo"/>
              </a:rPr>
              <a:t>RESULTADOS ESPERADOS</a:t>
            </a:r>
          </a:p>
        </p:txBody>
      </p:sp>
      <p:grpSp>
        <p:nvGrpSpPr>
          <p:cNvPr id="11" name="Agrupar 10">
            <a:extLst>
              <a:ext uri="{FF2B5EF4-FFF2-40B4-BE49-F238E27FC236}">
                <a16:creationId xmlns:a16="http://schemas.microsoft.com/office/drawing/2014/main" id="{277A1EDD-F744-8D0A-AD35-CA0DB97BCE19}"/>
              </a:ext>
            </a:extLst>
          </p:cNvPr>
          <p:cNvGrpSpPr/>
          <p:nvPr/>
        </p:nvGrpSpPr>
        <p:grpSpPr>
          <a:xfrm>
            <a:off x="10916537" y="1114"/>
            <a:ext cx="13434657" cy="1033600"/>
            <a:chOff x="20106079" y="-335768"/>
            <a:chExt cx="4245186" cy="990509"/>
          </a:xfrm>
        </p:grpSpPr>
        <p:sp>
          <p:nvSpPr>
            <p:cNvPr id="13" name="Chevron 10">
              <a:extLst>
                <a:ext uri="{FF2B5EF4-FFF2-40B4-BE49-F238E27FC236}">
                  <a16:creationId xmlns:a16="http://schemas.microsoft.com/office/drawing/2014/main" id="{70612143-3256-BD54-99D5-85291E75C3CD}"/>
                </a:ext>
              </a:extLst>
            </p:cNvPr>
            <p:cNvSpPr/>
            <p:nvPr/>
          </p:nvSpPr>
          <p:spPr bwMode="auto">
            <a:xfrm>
              <a:off x="20844236" y="-335768"/>
              <a:ext cx="933577" cy="990509"/>
            </a:xfrm>
            <a:prstGeom prst="chevron">
              <a:avLst>
                <a:gd name="adj" fmla="val 31818"/>
              </a:avLst>
            </a:prstGeom>
            <a:solidFill>
              <a:srgbClr val="FFFFFF">
                <a:lumMod val="85000"/>
                <a:alpha val="90000"/>
              </a:srgbClr>
            </a:solidFill>
            <a:ln>
              <a:noFill/>
            </a:ln>
            <a:effectLst/>
          </p:spPr>
          <p:txBody>
            <a:bodyPr wrap="square" lIns="91440" tIns="45715" rIns="0" bIns="45715" rtlCol="0" anchor="ctr">
              <a:noAutofit/>
            </a:bodyPr>
            <a:lstStyle/>
            <a:p>
              <a:pPr defTabSz="623853" rtl="0" fontAlgn="base">
                <a:spcBef>
                  <a:spcPts val="600"/>
                </a:spcBef>
                <a:spcAft>
                  <a:spcPts val="600"/>
                </a:spcAft>
                <a:buClr>
                  <a:srgbClr val="000000"/>
                </a:buClr>
              </a:pPr>
              <a:r>
                <a:rPr lang="pt-BR" sz="2800" b="1" kern="1200">
                  <a:solidFill>
                    <a:srgbClr val="FFFFFF"/>
                  </a:solidFill>
                  <a:latin typeface="Arial" charset="0"/>
                  <a:cs typeface="Times New Roman" pitchFamily="18" charset="0"/>
                </a:rPr>
                <a:t>Desafios</a:t>
              </a:r>
            </a:p>
          </p:txBody>
        </p:sp>
        <p:sp>
          <p:nvSpPr>
            <p:cNvPr id="14" name="Chevron 12">
              <a:extLst>
                <a:ext uri="{FF2B5EF4-FFF2-40B4-BE49-F238E27FC236}">
                  <a16:creationId xmlns:a16="http://schemas.microsoft.com/office/drawing/2014/main" id="{1A0E10CE-5DB3-37BF-7FAE-F74F1F2FB262}"/>
                </a:ext>
              </a:extLst>
            </p:cNvPr>
            <p:cNvSpPr/>
            <p:nvPr/>
          </p:nvSpPr>
          <p:spPr bwMode="auto">
            <a:xfrm>
              <a:off x="21699520" y="-335768"/>
              <a:ext cx="933577" cy="990509"/>
            </a:xfrm>
            <a:prstGeom prst="chevron">
              <a:avLst>
                <a:gd name="adj" fmla="val 31818"/>
              </a:avLst>
            </a:prstGeom>
            <a:solidFill>
              <a:srgbClr val="FFFFFF">
                <a:lumMod val="85000"/>
                <a:alpha val="90000"/>
              </a:srgbClr>
            </a:solidFill>
            <a:ln>
              <a:noFill/>
            </a:ln>
            <a:effectLst/>
          </p:spPr>
          <p:txBody>
            <a:bodyPr wrap="square" lIns="91440" tIns="45715" rIns="0" bIns="45715" rtlCol="0" anchor="ctr">
              <a:noAutofit/>
            </a:bodyPr>
            <a:lstStyle/>
            <a:p>
              <a:pPr defTabSz="623853" rtl="0" fontAlgn="base">
                <a:spcBef>
                  <a:spcPts val="600"/>
                </a:spcBef>
                <a:spcAft>
                  <a:spcPts val="600"/>
                </a:spcAft>
                <a:buClr>
                  <a:srgbClr val="000000"/>
                </a:buClr>
              </a:pPr>
              <a:r>
                <a:rPr lang="pt-BR" sz="2800" b="1" kern="1200" dirty="0">
                  <a:solidFill>
                    <a:srgbClr val="FFFFFF"/>
                  </a:solidFill>
                  <a:latin typeface="Arial" charset="0"/>
                  <a:cs typeface="Times New Roman" pitchFamily="18" charset="0"/>
                </a:rPr>
                <a:t>Abrangência</a:t>
              </a:r>
            </a:p>
          </p:txBody>
        </p:sp>
        <p:sp>
          <p:nvSpPr>
            <p:cNvPr id="15" name="Chevron 14">
              <a:extLst>
                <a:ext uri="{FF2B5EF4-FFF2-40B4-BE49-F238E27FC236}">
                  <a16:creationId xmlns:a16="http://schemas.microsoft.com/office/drawing/2014/main" id="{5120C80A-11E6-96F7-A0CD-B21EF51D501A}"/>
                </a:ext>
              </a:extLst>
            </p:cNvPr>
            <p:cNvSpPr/>
            <p:nvPr/>
          </p:nvSpPr>
          <p:spPr bwMode="auto">
            <a:xfrm>
              <a:off x="22562405" y="-335768"/>
              <a:ext cx="933577" cy="990509"/>
            </a:xfrm>
            <a:prstGeom prst="chevron">
              <a:avLst>
                <a:gd name="adj" fmla="val 31818"/>
              </a:avLst>
            </a:prstGeom>
            <a:solidFill>
              <a:srgbClr val="FFFFFF">
                <a:lumMod val="85000"/>
                <a:alpha val="90000"/>
              </a:srgbClr>
            </a:solidFill>
            <a:ln>
              <a:noFill/>
            </a:ln>
            <a:effectLst/>
          </p:spPr>
          <p:txBody>
            <a:bodyPr wrap="square" lIns="91440" tIns="45715" rIns="0" bIns="45715" rtlCol="0" anchor="ctr">
              <a:noAutofit/>
            </a:bodyPr>
            <a:lstStyle/>
            <a:p>
              <a:pPr defTabSz="623853" rtl="0" fontAlgn="base">
                <a:spcBef>
                  <a:spcPts val="600"/>
                </a:spcBef>
                <a:spcAft>
                  <a:spcPts val="600"/>
                </a:spcAft>
                <a:buClr>
                  <a:srgbClr val="000000"/>
                </a:buClr>
              </a:pPr>
              <a:r>
                <a:rPr lang="pt-BR" sz="2800" b="1" kern="1200" dirty="0">
                  <a:solidFill>
                    <a:srgbClr val="FFFFFF"/>
                  </a:solidFill>
                  <a:latin typeface="Arial" charset="0"/>
                  <a:cs typeface="Times New Roman" pitchFamily="18" charset="0"/>
                </a:rPr>
                <a:t>Método</a:t>
              </a:r>
            </a:p>
          </p:txBody>
        </p:sp>
        <p:sp>
          <p:nvSpPr>
            <p:cNvPr id="16" name="Chevron 17">
              <a:extLst>
                <a:ext uri="{FF2B5EF4-FFF2-40B4-BE49-F238E27FC236}">
                  <a16:creationId xmlns:a16="http://schemas.microsoft.com/office/drawing/2014/main" id="{3ED7B276-FA71-E6F6-994E-C525A6A6CC7A}"/>
                </a:ext>
              </a:extLst>
            </p:cNvPr>
            <p:cNvSpPr/>
            <p:nvPr/>
          </p:nvSpPr>
          <p:spPr bwMode="auto">
            <a:xfrm>
              <a:off x="23417688" y="-335768"/>
              <a:ext cx="933577" cy="990509"/>
            </a:xfrm>
            <a:prstGeom prst="chevron">
              <a:avLst>
                <a:gd name="adj" fmla="val 31818"/>
              </a:avLst>
            </a:prstGeom>
            <a:solidFill>
              <a:srgbClr val="F48120">
                <a:alpha val="90000"/>
              </a:srgbClr>
            </a:solidFill>
            <a:ln>
              <a:noFill/>
            </a:ln>
            <a:effectLst/>
          </p:spPr>
          <p:txBody>
            <a:bodyPr wrap="square" lIns="91440" tIns="45715" rIns="0" bIns="45715" rtlCol="0" anchor="ctr">
              <a:noAutofit/>
            </a:bodyPr>
            <a:lstStyle/>
            <a:p>
              <a:pPr defTabSz="623853" rtl="0" fontAlgn="base">
                <a:spcBef>
                  <a:spcPts val="600"/>
                </a:spcBef>
                <a:spcAft>
                  <a:spcPts val="600"/>
                </a:spcAft>
                <a:buClr>
                  <a:srgbClr val="000000"/>
                </a:buClr>
              </a:pPr>
              <a:r>
                <a:rPr lang="pt-BR" sz="2800" b="1" kern="1200" dirty="0">
                  <a:solidFill>
                    <a:srgbClr val="FFFFFF"/>
                  </a:solidFill>
                  <a:latin typeface="Arial" charset="0"/>
                  <a:cs typeface="Times New Roman" pitchFamily="18" charset="0"/>
                </a:rPr>
                <a:t>Gestão</a:t>
              </a:r>
            </a:p>
          </p:txBody>
        </p:sp>
        <p:sp>
          <p:nvSpPr>
            <p:cNvPr id="17" name="Chevron 167">
              <a:extLst>
                <a:ext uri="{FF2B5EF4-FFF2-40B4-BE49-F238E27FC236}">
                  <a16:creationId xmlns:a16="http://schemas.microsoft.com/office/drawing/2014/main" id="{F6D0174B-BA9D-99A0-37AB-CC1DD993BC5B}"/>
                </a:ext>
              </a:extLst>
            </p:cNvPr>
            <p:cNvSpPr/>
            <p:nvPr/>
          </p:nvSpPr>
          <p:spPr bwMode="auto">
            <a:xfrm>
              <a:off x="20106079" y="-335768"/>
              <a:ext cx="816400" cy="990509"/>
            </a:xfrm>
            <a:prstGeom prst="homePlate">
              <a:avLst>
                <a:gd name="adj" fmla="val 32073"/>
              </a:avLst>
            </a:prstGeom>
            <a:solidFill>
              <a:srgbClr val="FFFFFF">
                <a:lumMod val="85000"/>
                <a:alpha val="90000"/>
              </a:srgbClr>
            </a:solidFill>
            <a:ln>
              <a:noFill/>
            </a:ln>
            <a:effectLst/>
          </p:spPr>
          <p:txBody>
            <a:bodyPr wrap="square" lIns="91440" tIns="45715" rIns="0" bIns="45715" rtlCol="0" anchor="ctr">
              <a:noAutofit/>
            </a:bodyPr>
            <a:lstStyle/>
            <a:p>
              <a:pPr defTabSz="623853" rtl="0" fontAlgn="base">
                <a:spcBef>
                  <a:spcPts val="600"/>
                </a:spcBef>
                <a:spcAft>
                  <a:spcPts val="600"/>
                </a:spcAft>
                <a:buClr>
                  <a:srgbClr val="000000"/>
                </a:buClr>
              </a:pPr>
              <a:r>
                <a:rPr lang="pt-BR" sz="2800" b="1" kern="1200" dirty="0">
                  <a:solidFill>
                    <a:srgbClr val="FFFFFF"/>
                  </a:solidFill>
                  <a:latin typeface="Arial" charset="0"/>
                  <a:cs typeface="Times New Roman" pitchFamily="18" charset="0"/>
                </a:rPr>
                <a:t>Motivações</a:t>
              </a:r>
            </a:p>
          </p:txBody>
        </p:sp>
      </p:grp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9968600C-1849-B2B1-F759-32C55F92DE4F}"/>
              </a:ext>
            </a:extLst>
          </p:cNvPr>
          <p:cNvSpPr txBox="1"/>
          <p:nvPr/>
        </p:nvSpPr>
        <p:spPr>
          <a:xfrm>
            <a:off x="21541099" y="12847344"/>
            <a:ext cx="2858945" cy="1159932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71437" tIns="71437" rIns="71437" bIns="71437" numCol="1" spcCol="38100" rtlCol="0" anchor="ctr">
            <a:spAutoFit/>
          </a:bodyPr>
          <a:lstStyle/>
          <a:p>
            <a:pPr marL="0" marR="0" indent="0" algn="ctr" defTabSz="5842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pt-BR" sz="6600" b="1" i="0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Aharoni" panose="02010803020104030203" pitchFamily="2" charset="-79"/>
                <a:cs typeface="Aharoni" panose="02010803020104030203" pitchFamily="2" charset="-79"/>
                <a:sym typeface="Helvetica Light"/>
              </a:rPr>
              <a:t>3/3</a:t>
            </a:r>
            <a:endParaRPr kumimoji="0" lang="pt-BR" sz="5400" b="1" i="0" u="none" strike="noStrike" cap="none" spc="0" normalizeH="0" baseline="0" dirty="0">
              <a:ln>
                <a:noFill/>
              </a:ln>
              <a:solidFill>
                <a:schemeClr val="bg1"/>
              </a:solidFill>
              <a:effectLst/>
              <a:uFillTx/>
              <a:latin typeface="Aharoni" panose="02010803020104030203" pitchFamily="2" charset="-79"/>
              <a:cs typeface="Aharoni" panose="02010803020104030203" pitchFamily="2" charset="-79"/>
              <a:sym typeface="Helvetica Light"/>
            </a:endParaRPr>
          </a:p>
        </p:txBody>
      </p:sp>
    </p:spTree>
    <p:extLst>
      <p:ext uri="{BB962C8B-B14F-4D97-AF65-F5344CB8AC3E}">
        <p14:creationId xmlns:p14="http://schemas.microsoft.com/office/powerpoint/2010/main" val="156679228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AC250594-B5C8-4824-9387-062EA7B3A31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278" y="0"/>
            <a:ext cx="24361443" cy="13715999"/>
          </a:xfrm>
          <a:prstGeom prst="rect">
            <a:avLst/>
          </a:prstGeom>
        </p:spPr>
      </p:pic>
      <p:pic>
        <p:nvPicPr>
          <p:cNvPr id="1026" name="Picture 2" descr="http://home.conectcar.com/wp-content/themes/ConectCarPress/assets/images/conectcar_logo_colorid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8037146" y="9546436"/>
            <a:ext cx="4286250" cy="14001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" name="Imagem 19">
            <a:extLst>
              <a:ext uri="{FF2B5EF4-FFF2-40B4-BE49-F238E27FC236}">
                <a16:creationId xmlns:a16="http://schemas.microsoft.com/office/drawing/2014/main" id="{E145C5E8-4EFF-244F-ADAA-DB72E117B2A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236920" y="5092969"/>
            <a:ext cx="2597729" cy="1364275"/>
          </a:xfrm>
          <a:prstGeom prst="rect">
            <a:avLst/>
          </a:prstGeom>
        </p:spPr>
      </p:pic>
      <p:pic>
        <p:nvPicPr>
          <p:cNvPr id="21" name="Imagem 20">
            <a:extLst>
              <a:ext uri="{FF2B5EF4-FFF2-40B4-BE49-F238E27FC236}">
                <a16:creationId xmlns:a16="http://schemas.microsoft.com/office/drawing/2014/main" id="{4F1C2E6E-925D-CE4B-87E3-FFB654F667D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59246" y="2926530"/>
            <a:ext cx="4508500" cy="1562100"/>
          </a:xfrm>
          <a:prstGeom prst="rect">
            <a:avLst/>
          </a:prstGeom>
        </p:spPr>
      </p:pic>
      <p:pic>
        <p:nvPicPr>
          <p:cNvPr id="22" name="Imagem 21">
            <a:extLst>
              <a:ext uri="{FF2B5EF4-FFF2-40B4-BE49-F238E27FC236}">
                <a16:creationId xmlns:a16="http://schemas.microsoft.com/office/drawing/2014/main" id="{898E2E00-EB67-0149-8493-38FF5299D51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892854" y="3078792"/>
            <a:ext cx="2057400" cy="1295400"/>
          </a:xfrm>
          <a:prstGeom prst="rect">
            <a:avLst/>
          </a:prstGeom>
        </p:spPr>
      </p:pic>
      <p:pic>
        <p:nvPicPr>
          <p:cNvPr id="23" name="Imagem 22">
            <a:extLst>
              <a:ext uri="{FF2B5EF4-FFF2-40B4-BE49-F238E27FC236}">
                <a16:creationId xmlns:a16="http://schemas.microsoft.com/office/drawing/2014/main" id="{DFF2693D-9C13-6E4F-BED5-E63C08E12D4D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761546" y="2973257"/>
            <a:ext cx="4025900" cy="1244600"/>
          </a:xfrm>
          <a:prstGeom prst="rect">
            <a:avLst/>
          </a:prstGeom>
        </p:spPr>
      </p:pic>
      <p:pic>
        <p:nvPicPr>
          <p:cNvPr id="28" name="Imagem 27">
            <a:extLst>
              <a:ext uri="{FF2B5EF4-FFF2-40B4-BE49-F238E27FC236}">
                <a16:creationId xmlns:a16="http://schemas.microsoft.com/office/drawing/2014/main" id="{31E6ADAF-21D5-3144-9331-14B16D86D375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37146" y="5018684"/>
            <a:ext cx="3105094" cy="1359444"/>
          </a:xfrm>
          <a:prstGeom prst="rect">
            <a:avLst/>
          </a:prstGeom>
        </p:spPr>
      </p:pic>
      <p:pic>
        <p:nvPicPr>
          <p:cNvPr id="29" name="Imagem 28">
            <a:extLst>
              <a:ext uri="{FF2B5EF4-FFF2-40B4-BE49-F238E27FC236}">
                <a16:creationId xmlns:a16="http://schemas.microsoft.com/office/drawing/2014/main" id="{39196809-8E46-F14A-B920-AFDBFDE9AC46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01483" y="5260165"/>
            <a:ext cx="3035300" cy="889000"/>
          </a:xfrm>
          <a:prstGeom prst="rect">
            <a:avLst/>
          </a:prstGeom>
        </p:spPr>
      </p:pic>
      <p:pic>
        <p:nvPicPr>
          <p:cNvPr id="31" name="Imagem 30">
            <a:extLst>
              <a:ext uri="{FF2B5EF4-FFF2-40B4-BE49-F238E27FC236}">
                <a16:creationId xmlns:a16="http://schemas.microsoft.com/office/drawing/2014/main" id="{F8341C29-7062-5C47-8E79-8143E20F4C6E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098168" y="6988019"/>
            <a:ext cx="2463800" cy="1905000"/>
          </a:xfrm>
          <a:prstGeom prst="rect">
            <a:avLst/>
          </a:prstGeom>
        </p:spPr>
      </p:pic>
      <p:pic>
        <p:nvPicPr>
          <p:cNvPr id="32" name="Imagem 31">
            <a:extLst>
              <a:ext uri="{FF2B5EF4-FFF2-40B4-BE49-F238E27FC236}">
                <a16:creationId xmlns:a16="http://schemas.microsoft.com/office/drawing/2014/main" id="{88D44804-517A-0247-8BAB-73C2DEC195A6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981246" y="4771168"/>
            <a:ext cx="4406900" cy="1892300"/>
          </a:xfrm>
          <a:prstGeom prst="rect">
            <a:avLst/>
          </a:prstGeom>
        </p:spPr>
      </p:pic>
      <p:pic>
        <p:nvPicPr>
          <p:cNvPr id="33" name="Imagem 32">
            <a:extLst>
              <a:ext uri="{FF2B5EF4-FFF2-40B4-BE49-F238E27FC236}">
                <a16:creationId xmlns:a16="http://schemas.microsoft.com/office/drawing/2014/main" id="{78058B70-8F48-6744-AD71-1D31F30A07D5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93553" y="6908182"/>
            <a:ext cx="3606800" cy="2108200"/>
          </a:xfrm>
          <a:prstGeom prst="rect">
            <a:avLst/>
          </a:prstGeom>
        </p:spPr>
      </p:pic>
      <p:pic>
        <p:nvPicPr>
          <p:cNvPr id="34" name="Imagem 33">
            <a:extLst>
              <a:ext uri="{FF2B5EF4-FFF2-40B4-BE49-F238E27FC236}">
                <a16:creationId xmlns:a16="http://schemas.microsoft.com/office/drawing/2014/main" id="{F8F34AF4-0B97-004A-A0DA-C3C7D7CC8520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478829" y="7122403"/>
            <a:ext cx="3238500" cy="2514600"/>
          </a:xfrm>
          <a:prstGeom prst="rect">
            <a:avLst/>
          </a:prstGeom>
        </p:spPr>
      </p:pic>
      <p:pic>
        <p:nvPicPr>
          <p:cNvPr id="35" name="Imagem 34">
            <a:extLst>
              <a:ext uri="{FF2B5EF4-FFF2-40B4-BE49-F238E27FC236}">
                <a16:creationId xmlns:a16="http://schemas.microsoft.com/office/drawing/2014/main" id="{C01D434F-CA74-D14E-B620-A09AB1F1A940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14061" y="7228302"/>
            <a:ext cx="3784600" cy="1549400"/>
          </a:xfrm>
          <a:prstGeom prst="rect">
            <a:avLst/>
          </a:prstGeom>
        </p:spPr>
      </p:pic>
      <p:pic>
        <p:nvPicPr>
          <p:cNvPr id="36" name="Imagem 35">
            <a:extLst>
              <a:ext uri="{FF2B5EF4-FFF2-40B4-BE49-F238E27FC236}">
                <a16:creationId xmlns:a16="http://schemas.microsoft.com/office/drawing/2014/main" id="{B0E387A6-BB00-2940-8177-05B06B6FD347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67510" y="2973257"/>
            <a:ext cx="3430744" cy="1162641"/>
          </a:xfrm>
          <a:prstGeom prst="rect">
            <a:avLst/>
          </a:prstGeom>
        </p:spPr>
      </p:pic>
      <p:pic>
        <p:nvPicPr>
          <p:cNvPr id="37" name="Imagem 36">
            <a:extLst>
              <a:ext uri="{FF2B5EF4-FFF2-40B4-BE49-F238E27FC236}">
                <a16:creationId xmlns:a16="http://schemas.microsoft.com/office/drawing/2014/main" id="{C3F6C699-F9AB-0B44-842F-0BBAF1EDA291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74970" y="10072524"/>
            <a:ext cx="3705264" cy="1118764"/>
          </a:xfrm>
          <a:prstGeom prst="rect">
            <a:avLst/>
          </a:prstGeom>
        </p:spPr>
      </p:pic>
      <p:pic>
        <p:nvPicPr>
          <p:cNvPr id="3" name="Imagem 2" descr="Uma imagem contendo desenho&#10;&#10;Descrição gerada automaticamente">
            <a:extLst>
              <a:ext uri="{FF2B5EF4-FFF2-40B4-BE49-F238E27FC236}">
                <a16:creationId xmlns:a16="http://schemas.microsoft.com/office/drawing/2014/main" id="{B65FCA3E-38C5-2049-8B60-CB008319FDEE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35667" y="9482199"/>
            <a:ext cx="2780890" cy="1709089"/>
          </a:xfrm>
          <a:prstGeom prst="rect">
            <a:avLst/>
          </a:prstGeom>
        </p:spPr>
      </p:pic>
      <p:pic>
        <p:nvPicPr>
          <p:cNvPr id="7" name="Imagem 6" descr="Uma imagem contendo talheres, desenho, placa, copo&#10;&#10;Descrição gerada automaticamente">
            <a:extLst>
              <a:ext uri="{FF2B5EF4-FFF2-40B4-BE49-F238E27FC236}">
                <a16:creationId xmlns:a16="http://schemas.microsoft.com/office/drawing/2014/main" id="{724134F1-DF81-AF4C-8F06-B3A2876D5CA9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624959" y="9850856"/>
            <a:ext cx="2946239" cy="1562100"/>
          </a:xfrm>
          <a:prstGeom prst="rect">
            <a:avLst/>
          </a:prstGeom>
        </p:spPr>
      </p:pic>
      <p:pic>
        <p:nvPicPr>
          <p:cNvPr id="4" name="Imagem 3" descr="Desenho de rosto de pessoa visto de perto&#10;&#10;Descrição gerada automaticamente com confiança média">
            <a:extLst>
              <a:ext uri="{FF2B5EF4-FFF2-40B4-BE49-F238E27FC236}">
                <a16:creationId xmlns:a16="http://schemas.microsoft.com/office/drawing/2014/main" id="{E470118B-756E-4941-B9ED-1FF042F1AAC9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67664" y="11848528"/>
            <a:ext cx="2869119" cy="1275164"/>
          </a:xfrm>
          <a:prstGeom prst="rect">
            <a:avLst/>
          </a:prstGeom>
        </p:spPr>
      </p:pic>
      <p:pic>
        <p:nvPicPr>
          <p:cNvPr id="2" name="Imagem 1" descr="Logotipo, nome da empresa&#10;&#10;Descrição gerada automaticamente">
            <a:extLst>
              <a:ext uri="{FF2B5EF4-FFF2-40B4-BE49-F238E27FC236}">
                <a16:creationId xmlns:a16="http://schemas.microsoft.com/office/drawing/2014/main" id="{BA657B56-B8CB-47E5-6C3B-273088DBE84A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371644" y="11771332"/>
            <a:ext cx="4128828" cy="1287484"/>
          </a:xfrm>
          <a:prstGeom prst="rect">
            <a:avLst/>
          </a:prstGeom>
        </p:spPr>
      </p:pic>
      <p:pic>
        <p:nvPicPr>
          <p:cNvPr id="6" name="Imagem 5" descr="Logotipo&#10;&#10;Descrição gerada automaticamente">
            <a:extLst>
              <a:ext uri="{FF2B5EF4-FFF2-40B4-BE49-F238E27FC236}">
                <a16:creationId xmlns:a16="http://schemas.microsoft.com/office/drawing/2014/main" id="{CE0DB33F-3D45-8347-BF1D-0251C4C07FB5}"/>
              </a:ext>
            </a:extLst>
          </p:cNvPr>
          <p:cNvPicPr>
            <a:picLocks noChangeAspect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08824" y="11771332"/>
            <a:ext cx="2895951" cy="1238520"/>
          </a:xfrm>
          <a:prstGeom prst="rect">
            <a:avLst/>
          </a:prstGeom>
        </p:spPr>
      </p:pic>
      <p:pic>
        <p:nvPicPr>
          <p:cNvPr id="9" name="Imagem 8" descr="Logotipo&#10;&#10;Descrição gerada automaticamente com confiança média">
            <a:extLst>
              <a:ext uri="{FF2B5EF4-FFF2-40B4-BE49-F238E27FC236}">
                <a16:creationId xmlns:a16="http://schemas.microsoft.com/office/drawing/2014/main" id="{99F98597-A03E-A997-E026-953C3939C6C0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317797" y="11820206"/>
            <a:ext cx="3733797" cy="1244599"/>
          </a:xfrm>
          <a:prstGeom prst="rect">
            <a:avLst/>
          </a:prstGeom>
        </p:spPr>
      </p:pic>
      <p:sp>
        <p:nvSpPr>
          <p:cNvPr id="8" name="Google Shape;67;p14">
            <a:extLst>
              <a:ext uri="{FF2B5EF4-FFF2-40B4-BE49-F238E27FC236}">
                <a16:creationId xmlns:a16="http://schemas.microsoft.com/office/drawing/2014/main" id="{59B6EFC3-591E-6848-1820-F0D241D9EF46}"/>
              </a:ext>
            </a:extLst>
          </p:cNvPr>
          <p:cNvSpPr txBox="1"/>
          <p:nvPr/>
        </p:nvSpPr>
        <p:spPr>
          <a:xfrm>
            <a:off x="897856" y="512780"/>
            <a:ext cx="17955738" cy="1476788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182850" tIns="182850" rIns="182850" bIns="182850" anchor="t" anchorCtr="0">
            <a:noAutofit/>
          </a:bodyPr>
          <a:lstStyle/>
          <a:p>
            <a:pPr lvl="0" algn="l"/>
            <a:r>
              <a:rPr lang="pt-BR" sz="7200" dirty="0">
                <a:solidFill>
                  <a:srgbClr val="F48120"/>
                </a:solidFill>
                <a:latin typeface="Metropolis Black" panose="00000A00000000000000" pitchFamily="50" charset="0"/>
                <a:ea typeface="Exo"/>
                <a:cs typeface="Exo"/>
                <a:sym typeface="Exo"/>
              </a:rPr>
              <a:t>REFERÊNCIAS</a:t>
            </a:r>
          </a:p>
        </p:txBody>
      </p:sp>
    </p:spTree>
    <p:extLst>
      <p:ext uri="{BB962C8B-B14F-4D97-AF65-F5344CB8AC3E}">
        <p14:creationId xmlns:p14="http://schemas.microsoft.com/office/powerpoint/2010/main" val="210808603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6C7E4FE2-7374-4454-92BC-8E32341DEF2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/>
          <a:stretch/>
        </p:blipFill>
        <p:spPr>
          <a:xfrm>
            <a:off x="20" y="10"/>
            <a:ext cx="24383980" cy="13715990"/>
          </a:xfrm>
          <a:prstGeom prst="rect">
            <a:avLst/>
          </a:prstGeom>
          <a:noFill/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5AEEC0CE-A155-4E68-B82E-DD761C535F64}"/>
              </a:ext>
            </a:extLst>
          </p:cNvPr>
          <p:cNvSpPr txBox="1"/>
          <p:nvPr/>
        </p:nvSpPr>
        <p:spPr>
          <a:xfrm>
            <a:off x="2089527" y="1364922"/>
            <a:ext cx="13068412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pt-BR" sz="13800" b="1" dirty="0">
                <a:solidFill>
                  <a:schemeClr val="bg1"/>
                </a:solidFill>
                <a:latin typeface="Metropolis Black" panose="00000A00000000000000" pitchFamily="50" charset="0"/>
              </a:rPr>
              <a:t>OBRIGADO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5C2F9DCB-499E-4AE5-B207-CEF3BE4B6907}"/>
              </a:ext>
            </a:extLst>
          </p:cNvPr>
          <p:cNvSpPr txBox="1"/>
          <p:nvPr/>
        </p:nvSpPr>
        <p:spPr>
          <a:xfrm>
            <a:off x="2089527" y="9457979"/>
            <a:ext cx="11661642" cy="2329483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71437" tIns="71437" rIns="71437" bIns="71437" numCol="1" spcCol="38100" rtlCol="0" anchor="ctr">
            <a:spAutoFit/>
          </a:bodyPr>
          <a:lstStyle/>
          <a:p>
            <a:pPr marL="0" marR="0" indent="0" algn="l" defTabSz="5842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pt-BR" sz="5400" dirty="0">
                <a:solidFill>
                  <a:schemeClr val="bg1"/>
                </a:solidFill>
                <a:latin typeface="Metropolis Black" panose="00000A00000000000000" pitchFamily="50" charset="0"/>
              </a:rPr>
              <a:t>Reginaldo Back</a:t>
            </a:r>
          </a:p>
          <a:p>
            <a:pPr marL="0" marR="0" indent="0" algn="l" defTabSz="5842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pt-BR" sz="4400" dirty="0">
                <a:solidFill>
                  <a:schemeClr val="bg1"/>
                </a:solidFill>
                <a:latin typeface="Metropolis Light" panose="00000500000000000000" pitchFamily="50" charset="0"/>
              </a:rPr>
              <a:t>rback@sinapsetech.com.br</a:t>
            </a:r>
          </a:p>
          <a:p>
            <a:pPr marL="0" marR="0" indent="0" algn="l" defTabSz="5842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pt-BR" sz="4400" dirty="0">
                <a:solidFill>
                  <a:schemeClr val="bg1"/>
                </a:solidFill>
                <a:latin typeface="Metropolis Light" panose="00000500000000000000" pitchFamily="50" charset="0"/>
              </a:rPr>
              <a:t>+55 11 97228-3326</a:t>
            </a:r>
            <a:endParaRPr kumimoji="0" lang="pt-BR" sz="4400" b="0" i="0" u="none" strike="noStrike" cap="none" spc="0" normalizeH="0" baseline="0" dirty="0">
              <a:ln>
                <a:noFill/>
              </a:ln>
              <a:solidFill>
                <a:schemeClr val="bg1"/>
              </a:solidFill>
              <a:effectLst/>
              <a:uFillTx/>
              <a:latin typeface="Metropolis Light" panose="00000500000000000000" pitchFamily="50" charset="0"/>
              <a:sym typeface="Helvetica Light"/>
            </a:endParaRPr>
          </a:p>
        </p:txBody>
      </p:sp>
      <p:pic>
        <p:nvPicPr>
          <p:cNvPr id="10" name="Imagem 9">
            <a:extLst>
              <a:ext uri="{FF2B5EF4-FFF2-40B4-BE49-F238E27FC236}">
                <a16:creationId xmlns:a16="http://schemas.microsoft.com/office/drawing/2014/main" id="{6CDFE325-8EC2-4E00-92E7-A7ABD2BDAA2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798693" y="10608202"/>
            <a:ext cx="4911791" cy="998511"/>
          </a:xfrm>
          <a:prstGeom prst="rect">
            <a:avLst/>
          </a:prstGeom>
        </p:spPr>
      </p:pic>
      <p:pic>
        <p:nvPicPr>
          <p:cNvPr id="2" name="Imagem 1">
            <a:hlinkClick r:id="rId4" action="ppaction://hlinksldjump"/>
            <a:extLst>
              <a:ext uri="{FF2B5EF4-FFF2-40B4-BE49-F238E27FC236}">
                <a16:creationId xmlns:a16="http://schemas.microsoft.com/office/drawing/2014/main" id="{E5284D93-6A75-CC44-817C-44BE2D6B4E3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202880" y="12649200"/>
            <a:ext cx="1079500" cy="1066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6123892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png"/></Relationships>
</file>

<file path=ppt/theme/_rels/them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png"/></Relationships>
</file>

<file path=ppt/theme/theme1.xml><?xml version="1.0" encoding="utf-8"?>
<a:theme xmlns:a="http://schemas.openxmlformats.org/drawingml/2006/main" name="White">
  <a:themeElements>
    <a:clrScheme name="White">
      <a:dk1>
        <a:srgbClr val="000000"/>
      </a:dk1>
      <a:lt1>
        <a:srgbClr val="FFFFFF"/>
      </a:lt1>
      <a:dk2>
        <a:srgbClr val="53585F"/>
      </a:dk2>
      <a:lt2>
        <a:srgbClr val="DCDEE0"/>
      </a:lt2>
      <a:accent1>
        <a:srgbClr val="0365C0"/>
      </a:accent1>
      <a:accent2>
        <a:srgbClr val="00882B"/>
      </a:accent2>
      <a:accent3>
        <a:srgbClr val="DCBD23"/>
      </a:accent3>
      <a:accent4>
        <a:srgbClr val="DE6A10"/>
      </a:accent4>
      <a:accent5>
        <a:srgbClr val="C82506"/>
      </a:accent5>
      <a:accent6>
        <a:srgbClr val="773F9B"/>
      </a:accent6>
      <a:hlink>
        <a:srgbClr val="0000FF"/>
      </a:hlink>
      <a:folHlink>
        <a:srgbClr val="FF00FF"/>
      </a:folHlink>
    </a:clrScheme>
    <a:fontScheme name="White">
      <a:majorFont>
        <a:latin typeface="Helvetica Light"/>
        <a:ea typeface="Helvetica Light"/>
        <a:cs typeface="Helvetica Light"/>
      </a:majorFont>
      <a:minorFont>
        <a:latin typeface="Helvetica Light"/>
        <a:ea typeface="Helvetica Light"/>
        <a:cs typeface="Helvetica Light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400" dir="5400000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63500" dist="12700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5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blipFill rotWithShape="1">
          <a:blip xmlns:r="http://schemas.openxmlformats.org/officeDocument/2006/relationships" r:embed="rId1"/>
          <a:srcRect/>
          <a:tile tx="0" ty="0" sx="100000" sy="100000" flip="none" algn="tl"/>
        </a:blipFill>
        <a:ln w="12700" cap="flat">
          <a:noFill/>
          <a:miter lim="400000"/>
        </a:ln>
        <a:effectLst>
          <a:outerShdw blurRad="50800" dist="25400" dir="5400000" rotWithShape="0">
            <a:srgbClr val="000000">
              <a:alpha val="50000"/>
            </a:srgbClr>
          </a:outerShdw>
        </a:effectLst>
      </a:spPr>
      <a:bodyPr rot="0" spcFirstLastPara="1" vertOverflow="overflow" horzOverflow="overflow" vert="horz" wrap="square" lIns="71437" tIns="71437" rIns="71437" bIns="71437" numCol="1" spcCol="38100" rtlCol="0" anchor="ctr">
        <a:spAutoFit/>
      </a:bodyPr>
      <a:lstStyle>
        <a:defPPr marL="0" marR="0" indent="0" algn="ctr" defTabSz="5842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Helvetica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</a:spPr>
      <a:bodyPr rot="0" spcFirstLastPara="1" vertOverflow="overflow" horzOverflow="overflow" vert="horz" wrap="square" lIns="71437" tIns="71437" rIns="71437" bIns="71437" numCol="1" spcCol="38100" rtlCol="0" anchor="ctr">
        <a:spAutoFit/>
      </a:bodyPr>
      <a:lstStyle>
        <a:defPPr marL="0" marR="0" indent="0" algn="ctr" defTabSz="5842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50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White">
  <a:themeElements>
    <a:clrScheme name="White">
      <a:dk1>
        <a:srgbClr val="000000"/>
      </a:dk1>
      <a:lt1>
        <a:srgbClr val="FFFFFF"/>
      </a:lt1>
      <a:dk2>
        <a:srgbClr val="53585F"/>
      </a:dk2>
      <a:lt2>
        <a:srgbClr val="DCDEE0"/>
      </a:lt2>
      <a:accent1>
        <a:srgbClr val="0365C0"/>
      </a:accent1>
      <a:accent2>
        <a:srgbClr val="00882B"/>
      </a:accent2>
      <a:accent3>
        <a:srgbClr val="DCBD23"/>
      </a:accent3>
      <a:accent4>
        <a:srgbClr val="DE6A10"/>
      </a:accent4>
      <a:accent5>
        <a:srgbClr val="C82506"/>
      </a:accent5>
      <a:accent6>
        <a:srgbClr val="773F9B"/>
      </a:accent6>
      <a:hlink>
        <a:srgbClr val="0000FF"/>
      </a:hlink>
      <a:folHlink>
        <a:srgbClr val="FF00FF"/>
      </a:folHlink>
    </a:clrScheme>
    <a:fontScheme name="White">
      <a:majorFont>
        <a:latin typeface="Helvetica Light"/>
        <a:ea typeface="Helvetica Light"/>
        <a:cs typeface="Helvetica Light"/>
      </a:majorFont>
      <a:minorFont>
        <a:latin typeface="Helvetica Light"/>
        <a:ea typeface="Helvetica Light"/>
        <a:cs typeface="Helvetica Light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400" dir="5400000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63500" dist="12700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5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blipFill rotWithShape="1">
          <a:blip xmlns:r="http://schemas.openxmlformats.org/officeDocument/2006/relationships" r:embed="rId1"/>
          <a:srcRect/>
          <a:tile tx="0" ty="0" sx="100000" sy="100000" flip="none" algn="tl"/>
        </a:blipFill>
        <a:ln w="12700" cap="flat">
          <a:noFill/>
          <a:miter lim="400000"/>
        </a:ln>
        <a:effectLst>
          <a:outerShdw blurRad="50800" dist="25400" dir="5400000" rotWithShape="0">
            <a:srgbClr val="000000">
              <a:alpha val="50000"/>
            </a:srgbClr>
          </a:outerShdw>
        </a:effectLst>
      </a:spPr>
      <a:bodyPr rot="0" spcFirstLastPara="1" vertOverflow="overflow" horzOverflow="overflow" vert="horz" wrap="square" lIns="71437" tIns="71437" rIns="71437" bIns="71437" numCol="1" spcCol="38100" rtlCol="0" anchor="ctr">
        <a:spAutoFit/>
      </a:bodyPr>
      <a:lstStyle>
        <a:defPPr marL="0" marR="0" indent="0" algn="ctr" defTabSz="5842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Helvetica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</a:spPr>
      <a:bodyPr rot="0" spcFirstLastPara="1" vertOverflow="overflow" horzOverflow="overflow" vert="horz" wrap="square" lIns="71437" tIns="71437" rIns="71437" bIns="71437" numCol="1" spcCol="38100" rtlCol="0" anchor="ctr">
        <a:spAutoFit/>
      </a:bodyPr>
      <a:lstStyle>
        <a:defPPr marL="0" marR="0" indent="0" algn="ctr" defTabSz="5842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50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7130746DAA07E347B702ED7B5AEEF896" ma:contentTypeVersion="6" ma:contentTypeDescription="Crie um novo documento." ma:contentTypeScope="" ma:versionID="1c561dacef3cc1f5003e38416a73d7d6">
  <xsd:schema xmlns:xsd="http://www.w3.org/2001/XMLSchema" xmlns:xs="http://www.w3.org/2001/XMLSchema" xmlns:p="http://schemas.microsoft.com/office/2006/metadata/properties" xmlns:ns2="c1cc4884-d532-4223-83b8-d7b99c6719db" xmlns:ns3="95e400a6-631f-43ec-90b2-24b2cec55013" targetNamespace="http://schemas.microsoft.com/office/2006/metadata/properties" ma:root="true" ma:fieldsID="79f72804f741305bd169ac6e0707f83c" ns2:_="" ns3:_="">
    <xsd:import namespace="c1cc4884-d532-4223-83b8-d7b99c6719db"/>
    <xsd:import namespace="95e400a6-631f-43ec-90b2-24b2cec55013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MediaLengthInSeconds" minOccurs="0"/>
                <xsd:element ref="ns2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1cc4884-d532-4223-83b8-d7b99c6719d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LengthInSeconds" ma:index="12" nillable="true" ma:displayName="MediaLengthInSeconds" ma:hidden="true" ma:internalName="MediaLengthInSeconds" ma:readOnly="true">
      <xsd:simpleType>
        <xsd:restriction base="dms:Unknown"/>
      </xsd:simpleType>
    </xsd:element>
    <xsd:element name="MediaServiceDateTaken" ma:index="13" nillable="true" ma:displayName="MediaServiceDateTaken" ma:hidden="true" ma:indexed="true" ma:internalName="MediaServiceDateTake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5e400a6-631f-43ec-90b2-24b2cec55013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Compartilhado com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Detalhes de Compartilhado Com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4065649A-DDA1-453A-96EE-A9F562B242EF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495F35E9-D9BD-4194-B263-6FB9C2BB91E0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294EDAF6-6C80-4BBC-A456-55E2FAA9147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c1cc4884-d532-4223-83b8-d7b99c6719db"/>
    <ds:schemaRef ds:uri="95e400a6-631f-43ec-90b2-24b2cec55013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16418</TotalTime>
  <Words>1608</Words>
  <Application>Microsoft Office PowerPoint</Application>
  <PresentationFormat>Personalizar</PresentationFormat>
  <Paragraphs>315</Paragraphs>
  <Slides>18</Slides>
  <Notes>1</Notes>
  <HiddenSlides>0</HiddenSlides>
  <MMClips>0</MMClips>
  <ScaleCrop>false</ScaleCrop>
  <HeadingPairs>
    <vt:vector size="6" baseType="variant">
      <vt:variant>
        <vt:lpstr>Fontes usadas</vt:lpstr>
      </vt:variant>
      <vt:variant>
        <vt:i4>16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18</vt:i4>
      </vt:variant>
    </vt:vector>
  </HeadingPairs>
  <TitlesOfParts>
    <vt:vector size="35" baseType="lpstr">
      <vt:lpstr>Aharoni</vt:lpstr>
      <vt:lpstr>Arial</vt:lpstr>
      <vt:lpstr>Calibri</vt:lpstr>
      <vt:lpstr>Didact Gothic</vt:lpstr>
      <vt:lpstr>Helvetica Light</vt:lpstr>
      <vt:lpstr>Helvetica Neue</vt:lpstr>
      <vt:lpstr>Lato</vt:lpstr>
      <vt:lpstr>Lato Light</vt:lpstr>
      <vt:lpstr>Metropolis Black</vt:lpstr>
      <vt:lpstr>Metropolis Light</vt:lpstr>
      <vt:lpstr>Montserrat</vt:lpstr>
      <vt:lpstr>Montserrat Medium</vt:lpstr>
      <vt:lpstr>Open Sans</vt:lpstr>
      <vt:lpstr>Open Sans Light</vt:lpstr>
      <vt:lpstr>Poppins</vt:lpstr>
      <vt:lpstr>Wingdings</vt:lpstr>
      <vt:lpstr>White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Reginaldo Back</dc:creator>
  <cp:lastModifiedBy>André Luiz Zambrini</cp:lastModifiedBy>
  <cp:revision>336</cp:revision>
  <dcterms:created xsi:type="dcterms:W3CDTF">2020-09-23T22:08:24Z</dcterms:created>
  <dcterms:modified xsi:type="dcterms:W3CDTF">2023-04-26T13:33:21Z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0x0101007130746DAA07E347B702ED7B5AEEF896</vt:lpwstr>
  </property>
  <property fmtid="{D5CDD505-2E9C-101B-9397-08002B2CF9AE}" pid="3" name="_SourceUrl">
    <vt:lpwstr/>
  </property>
  <property fmtid="{D5CDD505-2E9C-101B-9397-08002B2CF9AE}" pid="4" name="_SharedFileIndex">
    <vt:lpwstr/>
  </property>
  <property fmtid="{D5CDD505-2E9C-101B-9397-08002B2CF9AE}" pid="5" name="ComplianceAssetId">
    <vt:lpwstr/>
  </property>
  <property fmtid="{D5CDD505-2E9C-101B-9397-08002B2CF9AE}" pid="6" name="_ExtendedDescription">
    <vt:lpwstr/>
  </property>
  <property fmtid="{D5CDD505-2E9C-101B-9397-08002B2CF9AE}" pid="7" name="_activity">
    <vt:lpwstr>{"FileActivityType":"9","FileActivityTimeStamp":"2023-02-20T15:04:58.460Z","FileActivityUsersOnPage":[{"DisplayName":"Reginaldo Back","Id":"rback@sinapsetech.com.br"}],"FileActivityNavigationId":null}</vt:lpwstr>
  </property>
  <property fmtid="{D5CDD505-2E9C-101B-9397-08002B2CF9AE}" pid="8" name="TriggerFlowInfo">
    <vt:lpwstr/>
  </property>
</Properties>
</file>
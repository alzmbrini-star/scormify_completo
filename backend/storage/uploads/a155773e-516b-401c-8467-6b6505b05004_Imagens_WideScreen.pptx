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14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478166-A2E4-45CE-96D6-76D742425A98}"/>
              </a:ext>
            </a:extLst>
          </p:cNvPr>
          <p:cNvSpPr txBox="1"/>
          <p:nvPr/>
        </p:nvSpPr>
        <p:spPr>
          <a:xfrm>
            <a:off x="2450970" y="2422689"/>
            <a:ext cx="66647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Obrigado por assistir até o final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8C86227-A3CC-80D4-963E-210C57BE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94" y="4454014"/>
            <a:ext cx="3984901" cy="214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Office PowerPoint</Application>
  <PresentationFormat>Widescreen</PresentationFormat>
  <Paragraphs>18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Luiz Zambrini</cp:lastModifiedBy>
  <cp:revision>2</cp:revision>
  <dcterms:created xsi:type="dcterms:W3CDTF">2026-01-12T19:19:33Z</dcterms:created>
  <dcterms:modified xsi:type="dcterms:W3CDTF">2026-01-12T19:23:16Z</dcterms:modified>
</cp:coreProperties>
</file>